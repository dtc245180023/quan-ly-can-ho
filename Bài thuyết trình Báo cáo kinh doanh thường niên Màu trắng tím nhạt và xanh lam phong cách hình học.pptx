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Open Sans Bold" charset="1" panose="00000000000000000000"/>
      <p:regular r:id="rId24"/>
    </p:embeddedFont>
    <p:embeddedFont>
      <p:font typeface="Open Sans" charset="1" panose="00000000000000000000"/>
      <p:regular r:id="rId25"/>
    </p:embeddedFont>
    <p:embeddedFont>
      <p:font typeface="Be Vietnam Ultra-Bold" charset="1" panose="00000900000000000000"/>
      <p:regular r:id="rId26"/>
    </p:embeddedFont>
    <p:embeddedFont>
      <p:font typeface="Open Sans Italics" charset="1" panose="00000000000000000000"/>
      <p:regular r:id="rId27"/>
    </p:embeddedFont>
    <p:embeddedFont>
      <p:font typeface="Be Vietnam" charset="1" panose="000005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slide11.xml" Type="http://schemas.openxmlformats.org/officeDocument/2006/relationships/slide"/><Relationship Id="rId11" Target="slide12.xml" Type="http://schemas.openxmlformats.org/officeDocument/2006/relationships/slide"/><Relationship Id="rId2" Target="../media/image7.png" Type="http://schemas.openxmlformats.org/officeDocument/2006/relationships/image"/><Relationship Id="rId3" Target="../media/image8.svg" Type="http://schemas.openxmlformats.org/officeDocument/2006/relationships/image"/><Relationship Id="rId4" Target="slide3.xml" Type="http://schemas.openxmlformats.org/officeDocument/2006/relationships/slide"/><Relationship Id="rId5" Target="slide4.xml" Type="http://schemas.openxmlformats.org/officeDocument/2006/relationships/slide"/><Relationship Id="rId6" Target="slide5.xml" Type="http://schemas.openxmlformats.org/officeDocument/2006/relationships/slide"/><Relationship Id="rId7" Target="slide7.xml" Type="http://schemas.openxmlformats.org/officeDocument/2006/relationships/slide"/><Relationship Id="rId8" Target="slide9.xml" Type="http://schemas.openxmlformats.org/officeDocument/2006/relationships/slide"/><Relationship Id="rId9" Target="slide10.xml" Type="http://schemas.openxmlformats.org/officeDocument/2006/relationship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slide2.xml" Type="http://schemas.openxmlformats.org/officeDocument/2006/relationships/slide"/><Relationship Id="rId3" Target="../media/image9.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slide2.xml" Type="http://schemas.openxmlformats.org/officeDocument/2006/relationships/slide"/><Relationship Id="rId3" Target="../media/image10.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jpeg" Type="http://schemas.openxmlformats.org/officeDocument/2006/relationships/image"/><Relationship Id="rId5" Target="slide2.xml" Type="http://schemas.openxmlformats.org/officeDocument/2006/relationship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slide2.xml" Type="http://schemas.openxmlformats.org/officeDocument/2006/relationships/slide"/><Relationship Id="rId3" Target="../media/image3.png" Type="http://schemas.openxmlformats.org/officeDocument/2006/relationships/image"/><Relationship Id="rId4"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slide2.xml" Type="http://schemas.openxmlformats.org/officeDocument/2006/relationship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slide2.xml" Type="http://schemas.openxmlformats.org/officeDocument/2006/relationships/slide"/><Relationship Id="rId3" Target="../media/image14.png" Type="http://schemas.openxmlformats.org/officeDocument/2006/relationships/image"/><Relationship Id="rId4"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slide2.xml" Type="http://schemas.openxmlformats.org/officeDocument/2006/relationship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slide2.xml" Type="http://schemas.openxmlformats.org/officeDocument/2006/relationship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slide2.xml" Type="http://schemas.openxmlformats.org/officeDocument/2006/relationships/slide"/><Relationship Id="rId2" Target="../media/image11.png" Type="http://schemas.openxmlformats.org/officeDocument/2006/relationships/image"/><Relationship Id="rId3" Target="../media/image12.svg" Type="http://schemas.openxmlformats.org/officeDocument/2006/relationships/image"/><Relationship Id="rId4" Target="../media/image16.jpeg" Type="http://schemas.openxmlformats.org/officeDocument/2006/relationships/image"/><Relationship Id="rId5" Target="../media/image17.jpeg" Type="http://schemas.openxmlformats.org/officeDocument/2006/relationships/image"/><Relationship Id="rId6" Target="../media/image18.jpeg" Type="http://schemas.openxmlformats.org/officeDocument/2006/relationships/image"/><Relationship Id="rId7" Target="../media/image19.jpe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19.jpe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0.jpeg" Type="http://schemas.openxmlformats.org/officeDocument/2006/relationships/image"/><Relationship Id="rId4" Target="../media/image24.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11" Target="../media/image34.svg" Type="http://schemas.openxmlformats.org/officeDocument/2006/relationships/image"/><Relationship Id="rId12" Target="../media/image35.png" Type="http://schemas.openxmlformats.org/officeDocument/2006/relationships/image"/><Relationship Id="rId13" Target="../media/image36.svg" Type="http://schemas.openxmlformats.org/officeDocument/2006/relationships/image"/><Relationship Id="rId14" Target="../media/image37.png" Type="http://schemas.openxmlformats.org/officeDocument/2006/relationships/image"/><Relationship Id="rId15" Target="../media/image38.svg" Type="http://schemas.openxmlformats.org/officeDocument/2006/relationships/image"/><Relationship Id="rId16" Target="../media/image39.png" Type="http://schemas.openxmlformats.org/officeDocument/2006/relationships/image"/><Relationship Id="rId17" Target="../media/image40.svg" Type="http://schemas.openxmlformats.org/officeDocument/2006/relationships/image"/><Relationship Id="rId18" Target="../media/image41.png" Type="http://schemas.openxmlformats.org/officeDocument/2006/relationships/image"/><Relationship Id="rId19" Target="../media/image42.svg" Type="http://schemas.openxmlformats.org/officeDocument/2006/relationships/image"/><Relationship Id="rId2" Target="../media/image25.png" Type="http://schemas.openxmlformats.org/officeDocument/2006/relationships/image"/><Relationship Id="rId20" Target="../media/image43.png" Type="http://schemas.openxmlformats.org/officeDocument/2006/relationships/image"/><Relationship Id="rId21" Target="../media/image44.svg" Type="http://schemas.openxmlformats.org/officeDocument/2006/relationships/image"/><Relationship Id="rId22" Target="../media/image45.png" Type="http://schemas.openxmlformats.org/officeDocument/2006/relationships/image"/><Relationship Id="rId23" Target="../media/image46.svg" Type="http://schemas.openxmlformats.org/officeDocument/2006/relationships/image"/><Relationship Id="rId24" Target="../media/image47.png" Type="http://schemas.openxmlformats.org/officeDocument/2006/relationships/image"/><Relationship Id="rId25" Target="../media/image48.svg" Type="http://schemas.openxmlformats.org/officeDocument/2006/relationships/image"/><Relationship Id="rId26" Target="../media/image49.png" Type="http://schemas.openxmlformats.org/officeDocument/2006/relationships/image"/><Relationship Id="rId27" Target="../media/image50.svg" Type="http://schemas.openxmlformats.org/officeDocument/2006/relationships/image"/><Relationship Id="rId28" Target="../media/image51.png" Type="http://schemas.openxmlformats.org/officeDocument/2006/relationships/image"/><Relationship Id="rId29" Target="../media/image52.svg" Type="http://schemas.openxmlformats.org/officeDocument/2006/relationships/image"/><Relationship Id="rId3" Target="../media/image26.svg" Type="http://schemas.openxmlformats.org/officeDocument/2006/relationships/image"/><Relationship Id="rId30" Target="../media/image53.png" Type="http://schemas.openxmlformats.org/officeDocument/2006/relationships/image"/><Relationship Id="rId31" Target="../media/image54.svg" Type="http://schemas.openxmlformats.org/officeDocument/2006/relationships/image"/><Relationship Id="rId32" Target="../media/image55.png" Type="http://schemas.openxmlformats.org/officeDocument/2006/relationships/image"/><Relationship Id="rId33" Target="../media/image56.svg" Type="http://schemas.openxmlformats.org/officeDocument/2006/relationships/image"/><Relationship Id="rId34" Target="../media/image57.png" Type="http://schemas.openxmlformats.org/officeDocument/2006/relationships/image"/><Relationship Id="rId35" Target="../media/image58.svg" Type="http://schemas.openxmlformats.org/officeDocument/2006/relationships/image"/><Relationship Id="rId36" Target="../media/image59.png" Type="http://schemas.openxmlformats.org/officeDocument/2006/relationships/image"/><Relationship Id="rId37" Target="../media/image60.svg" Type="http://schemas.openxmlformats.org/officeDocument/2006/relationships/image"/><Relationship Id="rId38" Target="../media/image61.png" Type="http://schemas.openxmlformats.org/officeDocument/2006/relationships/image"/><Relationship Id="rId39" Target="../media/image62.svg" Type="http://schemas.openxmlformats.org/officeDocument/2006/relationships/image"/><Relationship Id="rId4" Target="../media/image27.png" Type="http://schemas.openxmlformats.org/officeDocument/2006/relationships/image"/><Relationship Id="rId40" Target="../media/image63.png" Type="http://schemas.openxmlformats.org/officeDocument/2006/relationships/image"/><Relationship Id="rId41" Target="../media/image64.svg" Type="http://schemas.openxmlformats.org/officeDocument/2006/relationships/image"/><Relationship Id="rId42" Target="../media/image65.png" Type="http://schemas.openxmlformats.org/officeDocument/2006/relationships/image"/><Relationship Id="rId43" Target="../media/image66.svg" Type="http://schemas.openxmlformats.org/officeDocument/2006/relationships/image"/><Relationship Id="rId44" Target="../media/image67.png" Type="http://schemas.openxmlformats.org/officeDocument/2006/relationships/image"/><Relationship Id="rId45" Target="../media/image68.svg" Type="http://schemas.openxmlformats.org/officeDocument/2006/relationships/image"/><Relationship Id="rId46" Target="../media/image69.png" Type="http://schemas.openxmlformats.org/officeDocument/2006/relationships/image"/><Relationship Id="rId47" Target="../media/image70.svg" Type="http://schemas.openxmlformats.org/officeDocument/2006/relationships/image"/><Relationship Id="rId48" Target="../media/image71.png" Type="http://schemas.openxmlformats.org/officeDocument/2006/relationships/image"/><Relationship Id="rId49" Target="../media/image72.svg" Type="http://schemas.openxmlformats.org/officeDocument/2006/relationships/image"/><Relationship Id="rId5" Target="../media/image28.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148113" y="6780996"/>
            <a:ext cx="987500" cy="0"/>
          </a:xfrm>
          <a:prstGeom prst="line">
            <a:avLst/>
          </a:prstGeom>
          <a:ln cap="flat" w="28575">
            <a:solidFill>
              <a:srgbClr val="4A44BD"/>
            </a:solidFill>
            <a:prstDash val="solid"/>
            <a:headEnd type="none" len="sm" w="sm"/>
            <a:tailEnd type="none" len="sm" w="sm"/>
          </a:ln>
        </p:spPr>
      </p:sp>
      <p:grpSp>
        <p:nvGrpSpPr>
          <p:cNvPr name="Group 3" id="3"/>
          <p:cNvGrpSpPr/>
          <p:nvPr/>
        </p:nvGrpSpPr>
        <p:grpSpPr>
          <a:xfrm rot="0">
            <a:off x="1148113" y="7778024"/>
            <a:ext cx="4035587" cy="722100"/>
            <a:chOff x="0" y="0"/>
            <a:chExt cx="5380783" cy="962801"/>
          </a:xfrm>
        </p:grpSpPr>
        <p:sp>
          <p:nvSpPr>
            <p:cNvPr name="TextBox 4" id="4"/>
            <p:cNvSpPr txBox="true"/>
            <p:nvPr/>
          </p:nvSpPr>
          <p:spPr>
            <a:xfrm rot="0">
              <a:off x="0" y="384104"/>
              <a:ext cx="5380783" cy="578697"/>
            </a:xfrm>
            <a:prstGeom prst="rect">
              <a:avLst/>
            </a:prstGeom>
          </p:spPr>
          <p:txBody>
            <a:bodyPr anchor="t" rtlCol="false" tIns="0" lIns="0" bIns="0" rIns="0">
              <a:spAutoFit/>
            </a:bodyPr>
            <a:lstStyle/>
            <a:p>
              <a:pPr algn="l" marL="0" indent="0" lvl="0">
                <a:lnSpc>
                  <a:spcPts val="3639"/>
                </a:lnSpc>
              </a:pPr>
              <a:r>
                <a:rPr lang="en-US" b="true" sz="2599">
                  <a:solidFill>
                    <a:srgbClr val="000000"/>
                  </a:solidFill>
                  <a:latin typeface="Open Sans Bold"/>
                  <a:ea typeface="Open Sans Bold"/>
                  <a:cs typeface="Open Sans Bold"/>
                  <a:sym typeface="Open Sans Bold"/>
                </a:rPr>
                <a:t>Viết tên vào đây</a:t>
              </a:r>
            </a:p>
          </p:txBody>
        </p:sp>
        <p:sp>
          <p:nvSpPr>
            <p:cNvPr name="TextBox 5" id="5"/>
            <p:cNvSpPr txBox="true"/>
            <p:nvPr/>
          </p:nvSpPr>
          <p:spPr>
            <a:xfrm rot="0">
              <a:off x="0" y="-28575"/>
              <a:ext cx="5380783" cy="333375"/>
            </a:xfrm>
            <a:prstGeom prst="rect">
              <a:avLst/>
            </a:prstGeom>
          </p:spPr>
          <p:txBody>
            <a:bodyPr anchor="t" rtlCol="false" tIns="0" lIns="0" bIns="0" rIns="0">
              <a:spAutoFit/>
            </a:bodyPr>
            <a:lstStyle/>
            <a:p>
              <a:pPr algn="l" marL="0" indent="0" lvl="0">
                <a:lnSpc>
                  <a:spcPts val="2100"/>
                </a:lnSpc>
              </a:pPr>
              <a:r>
                <a:rPr lang="en-US" sz="1500" spc="75" u="none">
                  <a:solidFill>
                    <a:srgbClr val="000000"/>
                  </a:solidFill>
                  <a:latin typeface="Open Sans"/>
                  <a:ea typeface="Open Sans"/>
                  <a:cs typeface="Open Sans"/>
                  <a:sym typeface="Open Sans"/>
                </a:rPr>
                <a:t>TRÌNH BÀY CHO</a:t>
              </a:r>
            </a:p>
          </p:txBody>
        </p:sp>
      </p:grpSp>
      <p:grpSp>
        <p:nvGrpSpPr>
          <p:cNvPr name="Group 6" id="6"/>
          <p:cNvGrpSpPr/>
          <p:nvPr/>
        </p:nvGrpSpPr>
        <p:grpSpPr>
          <a:xfrm rot="0">
            <a:off x="5726610" y="7778024"/>
            <a:ext cx="4047637" cy="722100"/>
            <a:chOff x="0" y="0"/>
            <a:chExt cx="5396850" cy="962801"/>
          </a:xfrm>
        </p:grpSpPr>
        <p:sp>
          <p:nvSpPr>
            <p:cNvPr name="TextBox 7" id="7"/>
            <p:cNvSpPr txBox="true"/>
            <p:nvPr/>
          </p:nvSpPr>
          <p:spPr>
            <a:xfrm rot="0">
              <a:off x="0" y="384104"/>
              <a:ext cx="5396850" cy="578697"/>
            </a:xfrm>
            <a:prstGeom prst="rect">
              <a:avLst/>
            </a:prstGeom>
          </p:spPr>
          <p:txBody>
            <a:bodyPr anchor="t" rtlCol="false" tIns="0" lIns="0" bIns="0" rIns="0">
              <a:spAutoFit/>
            </a:bodyPr>
            <a:lstStyle/>
            <a:p>
              <a:pPr algn="l" marL="0" indent="0" lvl="0">
                <a:lnSpc>
                  <a:spcPts val="3639"/>
                </a:lnSpc>
              </a:pPr>
              <a:r>
                <a:rPr lang="en-US" b="true" sz="2599">
                  <a:solidFill>
                    <a:srgbClr val="000000"/>
                  </a:solidFill>
                  <a:latin typeface="Open Sans Bold"/>
                  <a:ea typeface="Open Sans Bold"/>
                  <a:cs typeface="Open Sans Bold"/>
                  <a:sym typeface="Open Sans Bold"/>
                </a:rPr>
                <a:t>Viết tên vào đây</a:t>
              </a:r>
            </a:p>
          </p:txBody>
        </p:sp>
        <p:sp>
          <p:nvSpPr>
            <p:cNvPr name="TextBox 8" id="8"/>
            <p:cNvSpPr txBox="true"/>
            <p:nvPr/>
          </p:nvSpPr>
          <p:spPr>
            <a:xfrm rot="0">
              <a:off x="0" y="-28575"/>
              <a:ext cx="5396850" cy="333375"/>
            </a:xfrm>
            <a:prstGeom prst="rect">
              <a:avLst/>
            </a:prstGeom>
          </p:spPr>
          <p:txBody>
            <a:bodyPr anchor="t" rtlCol="false" tIns="0" lIns="0" bIns="0" rIns="0">
              <a:spAutoFit/>
            </a:bodyPr>
            <a:lstStyle/>
            <a:p>
              <a:pPr algn="l" marL="0" indent="0" lvl="0">
                <a:lnSpc>
                  <a:spcPts val="2100"/>
                </a:lnSpc>
                <a:spcBef>
                  <a:spcPct val="0"/>
                </a:spcBef>
              </a:pPr>
              <a:r>
                <a:rPr lang="en-US" sz="1500" spc="75" u="none">
                  <a:solidFill>
                    <a:srgbClr val="000000"/>
                  </a:solidFill>
                  <a:latin typeface="Open Sans"/>
                  <a:ea typeface="Open Sans"/>
                  <a:cs typeface="Open Sans"/>
                  <a:sym typeface="Open Sans"/>
                </a:rPr>
                <a:t>TRÌNH BÀY BỞI</a:t>
              </a:r>
            </a:p>
          </p:txBody>
        </p:sp>
      </p:grpSp>
      <p:sp>
        <p:nvSpPr>
          <p:cNvPr name="Freeform 9" id="9"/>
          <p:cNvSpPr/>
          <p:nvPr/>
        </p:nvSpPr>
        <p:spPr>
          <a:xfrm flipH="false" flipV="false" rot="0">
            <a:off x="8913253" y="2963300"/>
            <a:ext cx="9374747" cy="12269388"/>
          </a:xfrm>
          <a:custGeom>
            <a:avLst/>
            <a:gdLst/>
            <a:ahLst/>
            <a:cxnLst/>
            <a:rect r="r" b="b" t="t" l="l"/>
            <a:pathLst>
              <a:path h="12269388" w="9374747">
                <a:moveTo>
                  <a:pt x="0" y="0"/>
                </a:moveTo>
                <a:lnTo>
                  <a:pt x="9374747" y="0"/>
                </a:lnTo>
                <a:lnTo>
                  <a:pt x="9374747" y="12269388"/>
                </a:lnTo>
                <a:lnTo>
                  <a:pt x="0" y="12269388"/>
                </a:lnTo>
                <a:lnTo>
                  <a:pt x="0" y="0"/>
                </a:lnTo>
                <a:close/>
              </a:path>
            </a:pathLst>
          </a:custGeom>
          <a:blipFill>
            <a:blip r:embed="rId2">
              <a:extLst>
                <a:ext uri="{96DAC541-7B7A-43D3-8B79-37D633B846F1}">
                  <asvg:svgBlip xmlns:asvg="http://schemas.microsoft.com/office/drawing/2016/SVG/main" r:embed="rId3"/>
                </a:ext>
              </a:extLst>
            </a:blip>
            <a:stretch>
              <a:fillRect l="0" t="0" r="-30877" b="0"/>
            </a:stretch>
          </a:blipFill>
        </p:spPr>
      </p:sp>
      <p:grpSp>
        <p:nvGrpSpPr>
          <p:cNvPr name="Group 10" id="10"/>
          <p:cNvGrpSpPr/>
          <p:nvPr/>
        </p:nvGrpSpPr>
        <p:grpSpPr>
          <a:xfrm rot="0">
            <a:off x="0" y="9274912"/>
            <a:ext cx="19548495" cy="1012088"/>
            <a:chOff x="0" y="0"/>
            <a:chExt cx="123214575" cy="6379210"/>
          </a:xfrm>
        </p:grpSpPr>
        <p:sp>
          <p:nvSpPr>
            <p:cNvPr name="Freeform 11" id="11"/>
            <p:cNvSpPr/>
            <p:nvPr/>
          </p:nvSpPr>
          <p:spPr>
            <a:xfrm flipH="false" flipV="false" rot="0">
              <a:off x="0" y="0"/>
              <a:ext cx="123214569" cy="6379210"/>
            </a:xfrm>
            <a:custGeom>
              <a:avLst/>
              <a:gdLst/>
              <a:ahLst/>
              <a:cxnLst/>
              <a:rect r="r" b="b" t="t" l="l"/>
              <a:pathLst>
                <a:path h="6379210" w="123214569">
                  <a:moveTo>
                    <a:pt x="116297348" y="0"/>
                  </a:moveTo>
                  <a:lnTo>
                    <a:pt x="14830961" y="0"/>
                  </a:lnTo>
                  <a:lnTo>
                    <a:pt x="7221293" y="7620"/>
                  </a:lnTo>
                  <a:lnTo>
                    <a:pt x="0" y="6379210"/>
                  </a:lnTo>
                  <a:lnTo>
                    <a:pt x="116568662" y="6379210"/>
                  </a:lnTo>
                  <a:lnTo>
                    <a:pt x="123214569" y="0"/>
                  </a:lnTo>
                  <a:close/>
                </a:path>
              </a:pathLst>
            </a:custGeom>
            <a:solidFill>
              <a:srgbClr val="4A44BD"/>
            </a:solidFill>
          </p:spPr>
        </p:sp>
      </p:grpSp>
      <p:sp>
        <p:nvSpPr>
          <p:cNvPr name="TextBox 12" id="12"/>
          <p:cNvSpPr txBox="true"/>
          <p:nvPr/>
        </p:nvSpPr>
        <p:spPr>
          <a:xfrm rot="0">
            <a:off x="1148113" y="1592373"/>
            <a:ext cx="12529531" cy="2822581"/>
          </a:xfrm>
          <a:prstGeom prst="rect">
            <a:avLst/>
          </a:prstGeom>
        </p:spPr>
        <p:txBody>
          <a:bodyPr anchor="t" rtlCol="false" tIns="0" lIns="0" bIns="0" rIns="0">
            <a:spAutoFit/>
          </a:bodyPr>
          <a:lstStyle/>
          <a:p>
            <a:pPr algn="l" marL="0" indent="0" lvl="0">
              <a:lnSpc>
                <a:spcPts val="11000"/>
              </a:lnSpc>
            </a:pPr>
            <a:r>
              <a:rPr lang="en-US" b="true" sz="10000">
                <a:solidFill>
                  <a:srgbClr val="4A44BD"/>
                </a:solidFill>
                <a:latin typeface="Be Vietnam Ultra-Bold"/>
                <a:ea typeface="Be Vietnam Ultra-Bold"/>
                <a:cs typeface="Be Vietnam Ultra-Bold"/>
                <a:sym typeface="Be Vietnam Ultra-Bold"/>
              </a:rPr>
              <a:t>Bài thuyết trình</a:t>
            </a:r>
          </a:p>
          <a:p>
            <a:pPr algn="l" marL="0" indent="0" lvl="0">
              <a:lnSpc>
                <a:spcPts val="11000"/>
              </a:lnSpc>
            </a:pPr>
            <a:r>
              <a:rPr lang="en-US" b="true" sz="10000">
                <a:solidFill>
                  <a:srgbClr val="4A44BD"/>
                </a:solidFill>
                <a:latin typeface="Be Vietnam Ultra-Bold"/>
                <a:ea typeface="Be Vietnam Ultra-Bold"/>
                <a:cs typeface="Be Vietnam Ultra-Bold"/>
                <a:sym typeface="Be Vietnam Ultra-Bold"/>
              </a:rPr>
              <a:t>báo cáo thường niên</a:t>
            </a:r>
          </a:p>
        </p:txBody>
      </p:sp>
      <p:sp>
        <p:nvSpPr>
          <p:cNvPr name="TextBox 13" id="13"/>
          <p:cNvSpPr txBox="true"/>
          <p:nvPr/>
        </p:nvSpPr>
        <p:spPr>
          <a:xfrm rot="0">
            <a:off x="1148113" y="4618970"/>
            <a:ext cx="12529531" cy="396240"/>
          </a:xfrm>
          <a:prstGeom prst="rect">
            <a:avLst/>
          </a:prstGeom>
        </p:spPr>
        <p:txBody>
          <a:bodyPr anchor="t" rtlCol="false" tIns="0" lIns="0" bIns="0" rIns="0">
            <a:spAutoFit/>
          </a:bodyPr>
          <a:lstStyle/>
          <a:p>
            <a:pPr algn="l" marL="0" indent="0" lvl="0">
              <a:lnSpc>
                <a:spcPts val="3359"/>
              </a:lnSpc>
            </a:pPr>
            <a:r>
              <a:rPr lang="en-US" sz="2400">
                <a:solidFill>
                  <a:srgbClr val="000000"/>
                </a:solidFill>
                <a:latin typeface="Open Sans"/>
                <a:ea typeface="Open Sans"/>
                <a:cs typeface="Open Sans"/>
                <a:sym typeface="Open Sans"/>
              </a:rPr>
              <a:t>Thêm mô tả ngắn gọn tại đây</a:t>
            </a:r>
          </a:p>
        </p:txBody>
      </p:sp>
      <p:sp>
        <p:nvSpPr>
          <p:cNvPr name="TextBox 14" id="14"/>
          <p:cNvSpPr txBox="true"/>
          <p:nvPr/>
        </p:nvSpPr>
        <p:spPr>
          <a:xfrm rot="0">
            <a:off x="1148113" y="942975"/>
            <a:ext cx="12529531" cy="384175"/>
          </a:xfrm>
          <a:prstGeom prst="rect">
            <a:avLst/>
          </a:prstGeom>
        </p:spPr>
        <p:txBody>
          <a:bodyPr anchor="t" rtlCol="false" tIns="0" lIns="0" bIns="0" rIns="0">
            <a:spAutoFit/>
          </a:bodyPr>
          <a:lstStyle/>
          <a:p>
            <a:pPr algn="l" marL="0" indent="0" lvl="0">
              <a:lnSpc>
                <a:spcPts val="3200"/>
              </a:lnSpc>
              <a:spcBef>
                <a:spcPct val="0"/>
              </a:spcBef>
            </a:pPr>
            <a:r>
              <a:rPr lang="en-US" sz="2000">
                <a:solidFill>
                  <a:srgbClr val="000000"/>
                </a:solidFill>
                <a:latin typeface="Open Sans"/>
                <a:ea typeface="Open Sans"/>
                <a:cs typeface="Open Sans"/>
                <a:sym typeface="Open Sans"/>
              </a:rPr>
              <a:t>VIẾT NGÀY THÁNG VÀO ĐÂY</a:t>
            </a:r>
          </a:p>
        </p:txBody>
      </p:sp>
      <p:grpSp>
        <p:nvGrpSpPr>
          <p:cNvPr name="Group 15" id="15"/>
          <p:cNvGrpSpPr/>
          <p:nvPr/>
        </p:nvGrpSpPr>
        <p:grpSpPr>
          <a:xfrm rot="0">
            <a:off x="15994293" y="1028700"/>
            <a:ext cx="1664150" cy="1415017"/>
            <a:chOff x="0" y="0"/>
            <a:chExt cx="2218867" cy="1886689"/>
          </a:xfrm>
        </p:grpSpPr>
        <p:sp>
          <p:nvSpPr>
            <p:cNvPr name="TextBox 16" id="16"/>
            <p:cNvSpPr txBox="true"/>
            <p:nvPr/>
          </p:nvSpPr>
          <p:spPr>
            <a:xfrm rot="0">
              <a:off x="0" y="1294446"/>
              <a:ext cx="2218867" cy="592243"/>
            </a:xfrm>
            <a:prstGeom prst="rect">
              <a:avLst/>
            </a:prstGeom>
          </p:spPr>
          <p:txBody>
            <a:bodyPr anchor="t" rtlCol="false" tIns="0" lIns="0" bIns="0" rIns="0">
              <a:spAutoFit/>
            </a:bodyPr>
            <a:lstStyle/>
            <a:p>
              <a:pPr algn="ctr" marL="0" indent="0" lvl="0">
                <a:lnSpc>
                  <a:spcPts val="1759"/>
                </a:lnSpc>
              </a:pPr>
              <a:r>
                <a:rPr lang="en-US" b="true" sz="1599">
                  <a:solidFill>
                    <a:srgbClr val="4A44BD"/>
                  </a:solidFill>
                  <a:latin typeface="Be Vietnam Ultra-Bold"/>
                  <a:ea typeface="Be Vietnam Ultra-Bold"/>
                  <a:cs typeface="Be Vietnam Ultra-Bold"/>
                  <a:sym typeface="Be Vietnam Ultra-Bold"/>
                </a:rPr>
                <a:t>THÊM TÊN</a:t>
              </a:r>
            </a:p>
            <a:p>
              <a:pPr algn="ctr" marL="0" indent="0" lvl="0">
                <a:lnSpc>
                  <a:spcPts val="1759"/>
                </a:lnSpc>
              </a:pPr>
              <a:r>
                <a:rPr lang="en-US" b="true" sz="1599">
                  <a:solidFill>
                    <a:srgbClr val="4A44BD"/>
                  </a:solidFill>
                  <a:latin typeface="Be Vietnam Ultra-Bold"/>
                  <a:ea typeface="Be Vietnam Ultra-Bold"/>
                  <a:cs typeface="Be Vietnam Ultra-Bold"/>
                  <a:sym typeface="Be Vietnam Ultra-Bold"/>
                </a:rPr>
                <a:t>CÔNG TY</a:t>
              </a:r>
            </a:p>
          </p:txBody>
        </p:sp>
        <p:sp>
          <p:nvSpPr>
            <p:cNvPr name="Freeform 17" id="17"/>
            <p:cNvSpPr/>
            <p:nvPr/>
          </p:nvSpPr>
          <p:spPr>
            <a:xfrm flipH="false" flipV="false" rot="0">
              <a:off x="575101" y="0"/>
              <a:ext cx="1068666" cy="1068666"/>
            </a:xfrm>
            <a:custGeom>
              <a:avLst/>
              <a:gdLst/>
              <a:ahLst/>
              <a:cxnLst/>
              <a:rect r="r" b="b" t="t" l="l"/>
              <a:pathLst>
                <a:path h="1068666" w="1068666">
                  <a:moveTo>
                    <a:pt x="0" y="0"/>
                  </a:moveTo>
                  <a:lnTo>
                    <a:pt x="1068665" y="0"/>
                  </a:lnTo>
                  <a:lnTo>
                    <a:pt x="1068665" y="1068666"/>
                  </a:lnTo>
                  <a:lnTo>
                    <a:pt x="0" y="1068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8" id="18"/>
          <p:cNvGrpSpPr/>
          <p:nvPr/>
        </p:nvGrpSpPr>
        <p:grpSpPr>
          <a:xfrm rot="0">
            <a:off x="1148113" y="9653639"/>
            <a:ext cx="5087582" cy="254635"/>
            <a:chOff x="0" y="0"/>
            <a:chExt cx="6783443" cy="339513"/>
          </a:xfrm>
        </p:grpSpPr>
        <p:sp>
          <p:nvSpPr>
            <p:cNvPr name="Freeform 19" id="19"/>
            <p:cNvSpPr/>
            <p:nvPr/>
          </p:nvSpPr>
          <p:spPr>
            <a:xfrm flipH="false" flipV="false" rot="0">
              <a:off x="0" y="11853"/>
              <a:ext cx="287443" cy="287443"/>
            </a:xfrm>
            <a:custGeom>
              <a:avLst/>
              <a:gdLst/>
              <a:ahLst/>
              <a:cxnLst/>
              <a:rect r="r" b="b" t="t" l="l"/>
              <a:pathLst>
                <a:path h="287443" w="287443">
                  <a:moveTo>
                    <a:pt x="0" y="0"/>
                  </a:moveTo>
                  <a:lnTo>
                    <a:pt x="287443" y="0"/>
                  </a:lnTo>
                  <a:lnTo>
                    <a:pt x="287443" y="287444"/>
                  </a:lnTo>
                  <a:lnTo>
                    <a:pt x="0" y="2874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0" id="20"/>
            <p:cNvSpPr txBox="true"/>
            <p:nvPr/>
          </p:nvSpPr>
          <p:spPr>
            <a:xfrm rot="0">
              <a:off x="441197" y="-19050"/>
              <a:ext cx="6342246" cy="358563"/>
            </a:xfrm>
            <a:prstGeom prst="rect">
              <a:avLst/>
            </a:prstGeom>
          </p:spPr>
          <p:txBody>
            <a:bodyPr anchor="t" rtlCol="false" tIns="0" lIns="0" bIns="0" rIns="0">
              <a:spAutoFit/>
            </a:bodyPr>
            <a:lstStyle/>
            <a:p>
              <a:pPr algn="l" marL="0" indent="0" lvl="0">
                <a:lnSpc>
                  <a:spcPts val="2209"/>
                </a:lnSpc>
                <a:spcBef>
                  <a:spcPct val="0"/>
                </a:spcBef>
              </a:pPr>
              <a:r>
                <a:rPr lang="en-US" sz="1699">
                  <a:solidFill>
                    <a:srgbClr val="FFFFFF"/>
                  </a:solidFill>
                  <a:latin typeface="Open Sans"/>
                  <a:ea typeface="Open Sans"/>
                  <a:cs typeface="Open Sans"/>
                  <a:sym typeface="Open Sans"/>
                </a:rPr>
                <a:t>Thông tin có sẵn dưới dạng âm thanh.</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832205" y="-3669476"/>
            <a:ext cx="11404376" cy="6815158"/>
            <a:chOff x="0" y="0"/>
            <a:chExt cx="1020095" cy="609600"/>
          </a:xfrm>
        </p:grpSpPr>
        <p:sp>
          <p:nvSpPr>
            <p:cNvPr name="Freeform 3" id="3"/>
            <p:cNvSpPr/>
            <p:nvPr/>
          </p:nvSpPr>
          <p:spPr>
            <a:xfrm flipH="false" flipV="false" rot="0">
              <a:off x="0" y="0"/>
              <a:ext cx="1020095" cy="609600"/>
            </a:xfrm>
            <a:custGeom>
              <a:avLst/>
              <a:gdLst/>
              <a:ahLst/>
              <a:cxnLst/>
              <a:rect r="r" b="b" t="t" l="l"/>
              <a:pathLst>
                <a:path h="609600" w="1020095">
                  <a:moveTo>
                    <a:pt x="816895" y="0"/>
                  </a:moveTo>
                  <a:lnTo>
                    <a:pt x="0" y="0"/>
                  </a:lnTo>
                  <a:lnTo>
                    <a:pt x="203200" y="609600"/>
                  </a:lnTo>
                  <a:lnTo>
                    <a:pt x="1020095" y="609600"/>
                  </a:lnTo>
                  <a:lnTo>
                    <a:pt x="816895" y="0"/>
                  </a:lnTo>
                  <a:close/>
                </a:path>
              </a:pathLst>
            </a:custGeom>
            <a:solidFill>
              <a:srgbClr val="C0E4F6"/>
            </a:solidFill>
          </p:spPr>
        </p:sp>
        <p:sp>
          <p:nvSpPr>
            <p:cNvPr name="TextBox 4" id="4"/>
            <p:cNvSpPr txBox="true"/>
            <p:nvPr/>
          </p:nvSpPr>
          <p:spPr>
            <a:xfrm>
              <a:off x="101600" y="-28575"/>
              <a:ext cx="816895" cy="638175"/>
            </a:xfrm>
            <a:prstGeom prst="rect">
              <a:avLst/>
            </a:prstGeom>
          </p:spPr>
          <p:txBody>
            <a:bodyPr anchor="ctr" rtlCol="false" tIns="50800" lIns="50800" bIns="50800" rIns="50800"/>
            <a:lstStyle/>
            <a:p>
              <a:pPr algn="ctr">
                <a:lnSpc>
                  <a:spcPts val="2100"/>
                </a:lnSpc>
              </a:pPr>
            </a:p>
          </p:txBody>
        </p:sp>
      </p:grpSp>
      <p:grpSp>
        <p:nvGrpSpPr>
          <p:cNvPr name="Group 5" id="5"/>
          <p:cNvGrpSpPr/>
          <p:nvPr/>
        </p:nvGrpSpPr>
        <p:grpSpPr>
          <a:xfrm rot="0">
            <a:off x="11900316" y="594423"/>
            <a:ext cx="5268155" cy="1909909"/>
            <a:chOff x="0" y="0"/>
            <a:chExt cx="3974372" cy="1440863"/>
          </a:xfrm>
        </p:grpSpPr>
        <p:sp>
          <p:nvSpPr>
            <p:cNvPr name="Freeform 6" id="6"/>
            <p:cNvSpPr/>
            <p:nvPr/>
          </p:nvSpPr>
          <p:spPr>
            <a:xfrm flipH="false" flipV="false" rot="0">
              <a:off x="0" y="0"/>
              <a:ext cx="3974371" cy="1440863"/>
            </a:xfrm>
            <a:custGeom>
              <a:avLst/>
              <a:gdLst/>
              <a:ahLst/>
              <a:cxnLst/>
              <a:rect r="r" b="b" t="t" l="l"/>
              <a:pathLst>
                <a:path h="1440863" w="3974371">
                  <a:moveTo>
                    <a:pt x="44087" y="0"/>
                  </a:moveTo>
                  <a:lnTo>
                    <a:pt x="3930284" y="0"/>
                  </a:lnTo>
                  <a:cubicBezTo>
                    <a:pt x="3954633" y="0"/>
                    <a:pt x="3974371" y="19738"/>
                    <a:pt x="3974371" y="44087"/>
                  </a:cubicBezTo>
                  <a:lnTo>
                    <a:pt x="3974371" y="1396776"/>
                  </a:lnTo>
                  <a:cubicBezTo>
                    <a:pt x="3974371" y="1408468"/>
                    <a:pt x="3969726" y="1419682"/>
                    <a:pt x="3961459" y="1427950"/>
                  </a:cubicBezTo>
                  <a:cubicBezTo>
                    <a:pt x="3953190" y="1436218"/>
                    <a:pt x="3941977" y="1440863"/>
                    <a:pt x="3930284" y="1440863"/>
                  </a:cubicBezTo>
                  <a:lnTo>
                    <a:pt x="44087" y="1440863"/>
                  </a:lnTo>
                  <a:cubicBezTo>
                    <a:pt x="19738" y="1440863"/>
                    <a:pt x="0" y="1421124"/>
                    <a:pt x="0" y="1396776"/>
                  </a:cubicBezTo>
                  <a:lnTo>
                    <a:pt x="0" y="44087"/>
                  </a:lnTo>
                  <a:cubicBezTo>
                    <a:pt x="0" y="19738"/>
                    <a:pt x="19738" y="0"/>
                    <a:pt x="44087" y="0"/>
                  </a:cubicBezTo>
                  <a:close/>
                </a:path>
              </a:pathLst>
            </a:custGeom>
            <a:solidFill>
              <a:srgbClr val="FFFFFF"/>
            </a:solidFill>
            <a:ln cap="rnd">
              <a:noFill/>
              <a:prstDash val="sysDot"/>
              <a:round/>
            </a:ln>
          </p:spPr>
        </p:sp>
        <p:sp>
          <p:nvSpPr>
            <p:cNvPr name="TextBox 7" id="7"/>
            <p:cNvSpPr txBox="true"/>
            <p:nvPr/>
          </p:nvSpPr>
          <p:spPr>
            <a:xfrm>
              <a:off x="0" y="-28575"/>
              <a:ext cx="3974372" cy="1469438"/>
            </a:xfrm>
            <a:prstGeom prst="rect">
              <a:avLst/>
            </a:prstGeom>
          </p:spPr>
          <p:txBody>
            <a:bodyPr anchor="ctr" rtlCol="false" tIns="254000" lIns="254000" bIns="254000" rIns="254000"/>
            <a:lstStyle/>
            <a:p>
              <a:pPr algn="l">
                <a:lnSpc>
                  <a:spcPts val="1960"/>
                </a:lnSpc>
              </a:pPr>
              <a:r>
                <a:rPr lang="en-US" sz="1400">
                  <a:solidFill>
                    <a:srgbClr val="000000"/>
                  </a:solidFill>
                  <a:latin typeface="Open Sans"/>
                  <a:ea typeface="Open Sans"/>
                  <a:cs typeface="Open Sans"/>
                  <a:sym typeface="Open Sans"/>
                </a:rPr>
                <a:t>Sử dụng liên kết để chuyển đến trang khác trong bài thuyết trình của bạn.</a:t>
              </a:r>
            </a:p>
            <a:p>
              <a:pPr algn="l">
                <a:lnSpc>
                  <a:spcPts val="1960"/>
                </a:lnSpc>
              </a:pPr>
            </a:p>
            <a:p>
              <a:pPr algn="l">
                <a:lnSpc>
                  <a:spcPts val="1960"/>
                </a:lnSpc>
              </a:pPr>
              <a:r>
                <a:rPr lang="en-US" sz="1400">
                  <a:solidFill>
                    <a:srgbClr val="000000"/>
                  </a:solidFill>
                  <a:latin typeface="Open Sans"/>
                  <a:ea typeface="Open Sans"/>
                  <a:cs typeface="Open Sans"/>
                  <a:sym typeface="Open Sans"/>
                </a:rPr>
                <a:t>Bôi đen đoạn văn bản, nhấp vào biểu tượng dấu ba chấm (Thêm) ngay phía trên văn bản, nhấp vào Liên kết và chọn trang bạn muốn liên kết từ menu thả xuống.</a:t>
              </a:r>
            </a:p>
          </p:txBody>
        </p:sp>
      </p:grpSp>
      <p:sp>
        <p:nvSpPr>
          <p:cNvPr name="Freeform 8" id="8"/>
          <p:cNvSpPr/>
          <p:nvPr/>
        </p:nvSpPr>
        <p:spPr>
          <a:xfrm flipH="false" flipV="false" rot="0">
            <a:off x="-3163317" y="7123683"/>
            <a:ext cx="6326633" cy="3163317"/>
          </a:xfrm>
          <a:custGeom>
            <a:avLst/>
            <a:gdLst/>
            <a:ahLst/>
            <a:cxnLst/>
            <a:rect r="r" b="b" t="t" l="l"/>
            <a:pathLst>
              <a:path h="3163317" w="6326633">
                <a:moveTo>
                  <a:pt x="0" y="0"/>
                </a:moveTo>
                <a:lnTo>
                  <a:pt x="6326634" y="0"/>
                </a:lnTo>
                <a:lnTo>
                  <a:pt x="6326634" y="3163317"/>
                </a:lnTo>
                <a:lnTo>
                  <a:pt x="0" y="31633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524564" y="1936007"/>
            <a:ext cx="7863760" cy="1212850"/>
          </a:xfrm>
          <a:prstGeom prst="rect">
            <a:avLst/>
          </a:prstGeom>
        </p:spPr>
        <p:txBody>
          <a:bodyPr anchor="t" rtlCol="false" tIns="0" lIns="0" bIns="0" rIns="0">
            <a:spAutoFit/>
          </a:bodyPr>
          <a:lstStyle/>
          <a:p>
            <a:pPr algn="l" marL="0" indent="0" lvl="0">
              <a:lnSpc>
                <a:spcPts val="9349"/>
              </a:lnSpc>
            </a:pPr>
            <a:r>
              <a:rPr lang="en-US" b="true" sz="8499" spc="-169">
                <a:solidFill>
                  <a:srgbClr val="4A44BD"/>
                </a:solidFill>
                <a:latin typeface="Be Vietnam Ultra-Bold"/>
                <a:ea typeface="Be Vietnam Ultra-Bold"/>
                <a:cs typeface="Be Vietnam Ultra-Bold"/>
                <a:sym typeface="Be Vietnam Ultra-Bold"/>
              </a:rPr>
              <a:t>C</a:t>
            </a:r>
            <a:r>
              <a:rPr lang="en-US" b="true" sz="8499" spc="-169">
                <a:solidFill>
                  <a:srgbClr val="4A44BD"/>
                </a:solidFill>
                <a:latin typeface="Be Vietnam Ultra-Bold"/>
                <a:ea typeface="Be Vietnam Ultra-Bold"/>
                <a:cs typeface="Be Vietnam Ultra-Bold"/>
                <a:sym typeface="Be Vietnam Ultra-Bold"/>
              </a:rPr>
              <a:t>hương trình</a:t>
            </a:r>
          </a:p>
        </p:txBody>
      </p:sp>
      <p:graphicFrame>
        <p:nvGraphicFramePr>
          <p:cNvPr name="Table 10" id="10"/>
          <p:cNvGraphicFramePr>
            <a:graphicFrameLocks noGrp="true"/>
          </p:cNvGraphicFramePr>
          <p:nvPr/>
        </p:nvGraphicFramePr>
        <p:xfrm>
          <a:off x="3720792" y="5067300"/>
          <a:ext cx="6254376" cy="3336742"/>
        </p:xfrm>
        <a:graphic>
          <a:graphicData uri="http://schemas.openxmlformats.org/drawingml/2006/table">
            <a:tbl>
              <a:tblPr/>
              <a:tblGrid>
                <a:gridCol w="581467"/>
                <a:gridCol w="5672910"/>
              </a:tblGrid>
              <a:tr h="834186">
                <a:tc>
                  <a:txBody>
                    <a:bodyPr anchor="t" rtlCol="false"/>
                    <a:lstStyle/>
                    <a:p>
                      <a:pPr algn="l">
                        <a:lnSpc>
                          <a:spcPts val="3359"/>
                        </a:lnSpc>
                        <a:defRPr/>
                      </a:pPr>
                      <a:r>
                        <a:rPr lang="en-US" sz="2399" b="true">
                          <a:solidFill>
                            <a:srgbClr val="4A44BD"/>
                          </a:solidFill>
                          <a:latin typeface="Open Sans Bold"/>
                          <a:ea typeface="Open Sans Bold"/>
                          <a:cs typeface="Open Sans Bold"/>
                          <a:sym typeface="Open Sans Bold"/>
                        </a:rPr>
                        <a:t>3</a:t>
                      </a:r>
                      <a:endParaRPr lang="en-US" sz="1100"/>
                    </a:p>
                  </a:txBody>
                  <a:tcPr marL="0" marR="0" marT="0" marB="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3359"/>
                        </a:lnSpc>
                        <a:defRPr/>
                      </a:pPr>
                      <a:r>
                        <a:rPr lang="en-US" sz="2399">
                          <a:solidFill>
                            <a:srgbClr val="000000"/>
                          </a:solidFill>
                          <a:latin typeface="Open Sans"/>
                          <a:ea typeface="Open Sans"/>
                          <a:cs typeface="Open Sans"/>
                          <a:sym typeface="Open Sans"/>
                          <a:hlinkClick r:id="rId4" action="ppaction://hlinksldjump"/>
                        </a:rPr>
                        <a:t>Tóm tắt</a:t>
                      </a:r>
                      <a:endParaRPr lang="en-US" sz="1100"/>
                    </a:p>
                  </a:txBody>
                  <a:tcPr marL="0" marR="0" marT="0" marB="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834186">
                <a:tc>
                  <a:txBody>
                    <a:bodyPr anchor="t" rtlCol="false"/>
                    <a:lstStyle/>
                    <a:p>
                      <a:pPr algn="l">
                        <a:lnSpc>
                          <a:spcPts val="3359"/>
                        </a:lnSpc>
                        <a:defRPr/>
                      </a:pPr>
                      <a:r>
                        <a:rPr lang="en-US" sz="2399" b="true">
                          <a:solidFill>
                            <a:srgbClr val="4A44BD"/>
                          </a:solidFill>
                          <a:latin typeface="Open Sans Bold"/>
                          <a:ea typeface="Open Sans Bold"/>
                          <a:cs typeface="Open Sans Bold"/>
                          <a:sym typeface="Open Sans Bold"/>
                        </a:rPr>
                        <a:t>4</a:t>
                      </a:r>
                      <a:endParaRPr lang="en-US" sz="1100"/>
                    </a:p>
                  </a:txBody>
                  <a:tcPr marL="0" marR="0" marT="0" marB="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3359"/>
                        </a:lnSpc>
                        <a:defRPr/>
                      </a:pPr>
                      <a:r>
                        <a:rPr lang="en-US" sz="2399">
                          <a:solidFill>
                            <a:srgbClr val="000000"/>
                          </a:solidFill>
                          <a:latin typeface="Open Sans"/>
                          <a:ea typeface="Open Sans"/>
                          <a:cs typeface="Open Sans"/>
                          <a:sym typeface="Open Sans"/>
                          <a:hlinkClick r:id="rId5" action="ppaction://hlinksldjump"/>
                        </a:rPr>
                        <a:t>Thư từ Giám đốc điều hành</a:t>
                      </a:r>
                      <a:endParaRPr lang="en-US" sz="1100"/>
                    </a:p>
                  </a:txBody>
                  <a:tcPr marL="0" marR="0" marT="0" marB="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834186">
                <a:tc>
                  <a:txBody>
                    <a:bodyPr anchor="t" rtlCol="false"/>
                    <a:lstStyle/>
                    <a:p>
                      <a:pPr algn="l">
                        <a:lnSpc>
                          <a:spcPts val="3359"/>
                        </a:lnSpc>
                        <a:defRPr/>
                      </a:pPr>
                      <a:r>
                        <a:rPr lang="en-US" sz="2399" b="true">
                          <a:solidFill>
                            <a:srgbClr val="4A44BD"/>
                          </a:solidFill>
                          <a:latin typeface="Open Sans Bold"/>
                          <a:ea typeface="Open Sans Bold"/>
                          <a:cs typeface="Open Sans Bold"/>
                          <a:sym typeface="Open Sans Bold"/>
                        </a:rPr>
                        <a:t>5</a:t>
                      </a:r>
                      <a:endParaRPr lang="en-US" sz="1100"/>
                    </a:p>
                  </a:txBody>
                  <a:tcPr marL="0" marR="0" marT="0" marB="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3359"/>
                        </a:lnSpc>
                        <a:defRPr/>
                      </a:pPr>
                      <a:r>
                        <a:rPr lang="en-US" sz="2399">
                          <a:solidFill>
                            <a:srgbClr val="000000"/>
                          </a:solidFill>
                          <a:latin typeface="Open Sans"/>
                          <a:ea typeface="Open Sans"/>
                          <a:cs typeface="Open Sans"/>
                          <a:sym typeface="Open Sans"/>
                          <a:hlinkClick r:id="rId6" action="ppaction://hlinksldjump"/>
                        </a:rPr>
                        <a:t>Điểm nổi bật về hoạt động và tài chính</a:t>
                      </a:r>
                      <a:endParaRPr lang="en-US" sz="1100"/>
                    </a:p>
                  </a:txBody>
                  <a:tcPr marL="0" marR="0" marT="0" marB="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834186">
                <a:tc>
                  <a:txBody>
                    <a:bodyPr anchor="t" rtlCol="false"/>
                    <a:lstStyle/>
                    <a:p>
                      <a:pPr algn="l">
                        <a:lnSpc>
                          <a:spcPts val="3359"/>
                        </a:lnSpc>
                        <a:defRPr/>
                      </a:pPr>
                      <a:r>
                        <a:rPr lang="en-US" sz="2399" b="true">
                          <a:solidFill>
                            <a:srgbClr val="4A44BD"/>
                          </a:solidFill>
                          <a:latin typeface="Open Sans Bold"/>
                          <a:ea typeface="Open Sans Bold"/>
                          <a:cs typeface="Open Sans Bold"/>
                          <a:sym typeface="Open Sans Bold"/>
                        </a:rPr>
                        <a:t>7</a:t>
                      </a:r>
                      <a:endParaRPr lang="en-US" sz="1100"/>
                    </a:p>
                  </a:txBody>
                  <a:tcPr marL="0" marR="0" marT="0" marB="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3359"/>
                        </a:lnSpc>
                        <a:defRPr/>
                      </a:pPr>
                      <a:r>
                        <a:rPr lang="en-US" sz="2399">
                          <a:solidFill>
                            <a:srgbClr val="000000"/>
                          </a:solidFill>
                          <a:latin typeface="Open Sans"/>
                          <a:ea typeface="Open Sans"/>
                          <a:cs typeface="Open Sans"/>
                          <a:sym typeface="Open Sans"/>
                          <a:hlinkClick r:id="rId7" action="ppaction://hlinksldjump"/>
                        </a:rPr>
                        <a:t>Mục tiêu cho năm tài chính tiếp theo</a:t>
                      </a:r>
                      <a:endParaRPr lang="en-US" sz="1100"/>
                    </a:p>
                  </a:txBody>
                  <a:tcPr marL="0" marR="0" marT="0" marB="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bl>
          </a:graphicData>
        </a:graphic>
      </p:graphicFrame>
      <p:graphicFrame>
        <p:nvGraphicFramePr>
          <p:cNvPr name="Table 11" id="11"/>
          <p:cNvGraphicFramePr>
            <a:graphicFrameLocks noGrp="true"/>
          </p:cNvGraphicFramePr>
          <p:nvPr/>
        </p:nvGraphicFramePr>
        <p:xfrm>
          <a:off x="11172178" y="5067300"/>
          <a:ext cx="5955927" cy="3336742"/>
        </p:xfrm>
        <a:graphic>
          <a:graphicData uri="http://schemas.openxmlformats.org/drawingml/2006/table">
            <a:tbl>
              <a:tblPr/>
              <a:tblGrid>
                <a:gridCol w="581467"/>
                <a:gridCol w="5374460"/>
              </a:tblGrid>
              <a:tr h="834186">
                <a:tc>
                  <a:txBody>
                    <a:bodyPr anchor="t" rtlCol="false"/>
                    <a:lstStyle/>
                    <a:p>
                      <a:pPr algn="l">
                        <a:lnSpc>
                          <a:spcPts val="3359"/>
                        </a:lnSpc>
                        <a:defRPr/>
                      </a:pPr>
                      <a:r>
                        <a:rPr lang="en-US" sz="2399" b="true">
                          <a:solidFill>
                            <a:srgbClr val="4A44BD"/>
                          </a:solidFill>
                          <a:latin typeface="Open Sans Bold"/>
                          <a:ea typeface="Open Sans Bold"/>
                          <a:cs typeface="Open Sans Bold"/>
                          <a:sym typeface="Open Sans Bold"/>
                        </a:rPr>
                        <a:t>9</a:t>
                      </a:r>
                      <a:endParaRPr lang="en-US" sz="1100"/>
                    </a:p>
                  </a:txBody>
                  <a:tcPr marL="0" marR="0" marT="0" marB="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3359"/>
                        </a:lnSpc>
                        <a:defRPr/>
                      </a:pPr>
                      <a:r>
                        <a:rPr lang="en-US" sz="2399">
                          <a:solidFill>
                            <a:srgbClr val="000000"/>
                          </a:solidFill>
                          <a:latin typeface="Open Sans"/>
                          <a:ea typeface="Open Sans"/>
                          <a:cs typeface="Open Sans"/>
                          <a:sym typeface="Open Sans"/>
                          <a:hlinkClick r:id="rId8" action="ppaction://hlinksldjump"/>
                        </a:rPr>
                        <a:t>Lịch trình đề xuất</a:t>
                      </a:r>
                      <a:endParaRPr lang="en-US" sz="1100"/>
                    </a:p>
                  </a:txBody>
                  <a:tcPr marL="0" marR="0" marT="0" marB="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834186">
                <a:tc>
                  <a:txBody>
                    <a:bodyPr anchor="t" rtlCol="false"/>
                    <a:lstStyle/>
                    <a:p>
                      <a:pPr algn="l">
                        <a:lnSpc>
                          <a:spcPts val="3359"/>
                        </a:lnSpc>
                        <a:defRPr/>
                      </a:pPr>
                      <a:r>
                        <a:rPr lang="en-US" sz="2399" b="true">
                          <a:solidFill>
                            <a:srgbClr val="4A44BD"/>
                          </a:solidFill>
                          <a:latin typeface="Open Sans Bold"/>
                          <a:ea typeface="Open Sans Bold"/>
                          <a:cs typeface="Open Sans Bold"/>
                          <a:sym typeface="Open Sans Bold"/>
                        </a:rPr>
                        <a:t>10</a:t>
                      </a:r>
                      <a:endParaRPr lang="en-US" sz="1100"/>
                    </a:p>
                  </a:txBody>
                  <a:tcPr marL="0" marR="0" marT="0" marB="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3359"/>
                        </a:lnSpc>
                        <a:defRPr/>
                      </a:pPr>
                      <a:r>
                        <a:rPr lang="en-US" sz="2399">
                          <a:solidFill>
                            <a:srgbClr val="000000"/>
                          </a:solidFill>
                          <a:latin typeface="Open Sans"/>
                          <a:ea typeface="Open Sans"/>
                          <a:cs typeface="Open Sans"/>
                          <a:sym typeface="Open Sans"/>
                          <a:hlinkClick r:id="rId9" action="ppaction://hlinksldjump"/>
                        </a:rPr>
                        <a:t>Dự báo tài chính</a:t>
                      </a:r>
                      <a:endParaRPr lang="en-US" sz="1100"/>
                    </a:p>
                  </a:txBody>
                  <a:tcPr marL="0" marR="0" marT="0" marB="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834186">
                <a:tc>
                  <a:txBody>
                    <a:bodyPr anchor="t" rtlCol="false"/>
                    <a:lstStyle/>
                    <a:p>
                      <a:pPr algn="l">
                        <a:lnSpc>
                          <a:spcPts val="3359"/>
                        </a:lnSpc>
                        <a:defRPr/>
                      </a:pPr>
                      <a:r>
                        <a:rPr lang="en-US" sz="2399" b="true">
                          <a:solidFill>
                            <a:srgbClr val="4A44BD"/>
                          </a:solidFill>
                          <a:latin typeface="Open Sans Bold"/>
                          <a:ea typeface="Open Sans Bold"/>
                          <a:cs typeface="Open Sans Bold"/>
                          <a:sym typeface="Open Sans Bold"/>
                        </a:rPr>
                        <a:t>11</a:t>
                      </a:r>
                      <a:endParaRPr lang="en-US" sz="1100"/>
                    </a:p>
                  </a:txBody>
                  <a:tcPr marL="0" marR="0" marT="0" marB="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3359"/>
                        </a:lnSpc>
                        <a:defRPr/>
                      </a:pPr>
                      <a:r>
                        <a:rPr lang="en-US" sz="2399">
                          <a:solidFill>
                            <a:srgbClr val="000000"/>
                          </a:solidFill>
                          <a:latin typeface="Open Sans"/>
                          <a:ea typeface="Open Sans"/>
                          <a:cs typeface="Open Sans"/>
                          <a:sym typeface="Open Sans"/>
                          <a:hlinkClick r:id="rId10" action="ppaction://hlinksldjump"/>
                        </a:rPr>
                        <a:t>Nội dung tương lai</a:t>
                      </a:r>
                      <a:endParaRPr lang="en-US" sz="1100"/>
                    </a:p>
                  </a:txBody>
                  <a:tcPr marL="0" marR="0" marT="0" marB="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834186">
                <a:tc>
                  <a:txBody>
                    <a:bodyPr anchor="t" rtlCol="false"/>
                    <a:lstStyle/>
                    <a:p>
                      <a:pPr algn="l">
                        <a:lnSpc>
                          <a:spcPts val="3359"/>
                        </a:lnSpc>
                        <a:defRPr/>
                      </a:pPr>
                      <a:r>
                        <a:rPr lang="en-US" sz="2399" b="true">
                          <a:solidFill>
                            <a:srgbClr val="4A44BD"/>
                          </a:solidFill>
                          <a:latin typeface="Open Sans Bold"/>
                          <a:ea typeface="Open Sans Bold"/>
                          <a:cs typeface="Open Sans Bold"/>
                          <a:sym typeface="Open Sans Bold"/>
                        </a:rPr>
                        <a:t>12</a:t>
                      </a:r>
                      <a:endParaRPr lang="en-US" sz="1100"/>
                    </a:p>
                  </a:txBody>
                  <a:tcPr marL="0" marR="0" marT="0" marB="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3359"/>
                        </a:lnSpc>
                        <a:defRPr/>
                      </a:pPr>
                      <a:r>
                        <a:rPr lang="en-US" sz="2399">
                          <a:solidFill>
                            <a:srgbClr val="000000"/>
                          </a:solidFill>
                          <a:latin typeface="Open Sans"/>
                          <a:ea typeface="Open Sans"/>
                          <a:cs typeface="Open Sans"/>
                          <a:sym typeface="Open Sans"/>
                          <a:hlinkClick r:id="rId11" action="ppaction://hlinksldjump"/>
                        </a:rPr>
                        <a:t>Thông tin liên hệ</a:t>
                      </a:r>
                      <a:endParaRPr lang="en-US" sz="1100"/>
                    </a:p>
                  </a:txBody>
                  <a:tcPr marL="0" marR="0" marT="0" marB="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2702" y="9268371"/>
            <a:ext cx="6486365" cy="1018629"/>
            <a:chOff x="0" y="0"/>
            <a:chExt cx="1708343" cy="268281"/>
          </a:xfrm>
        </p:grpSpPr>
        <p:sp>
          <p:nvSpPr>
            <p:cNvPr name="Freeform 3" id="3"/>
            <p:cNvSpPr/>
            <p:nvPr/>
          </p:nvSpPr>
          <p:spPr>
            <a:xfrm flipH="false" flipV="false" rot="0">
              <a:off x="0" y="0"/>
              <a:ext cx="1708343" cy="268281"/>
            </a:xfrm>
            <a:custGeom>
              <a:avLst/>
              <a:gdLst/>
              <a:ahLst/>
              <a:cxnLst/>
              <a:rect r="r" b="b" t="t" l="l"/>
              <a:pathLst>
                <a:path h="268281" w="1708343">
                  <a:moveTo>
                    <a:pt x="119357" y="0"/>
                  </a:moveTo>
                  <a:lnTo>
                    <a:pt x="1588986" y="0"/>
                  </a:lnTo>
                  <a:cubicBezTo>
                    <a:pt x="1654905" y="0"/>
                    <a:pt x="1708343" y="53438"/>
                    <a:pt x="1708343" y="119357"/>
                  </a:cubicBezTo>
                  <a:lnTo>
                    <a:pt x="1708343" y="148924"/>
                  </a:lnTo>
                  <a:cubicBezTo>
                    <a:pt x="1708343" y="180580"/>
                    <a:pt x="1695768" y="210938"/>
                    <a:pt x="1673384" y="233322"/>
                  </a:cubicBezTo>
                  <a:cubicBezTo>
                    <a:pt x="1651000" y="255706"/>
                    <a:pt x="1620642" y="268281"/>
                    <a:pt x="1588986" y="268281"/>
                  </a:cubicBezTo>
                  <a:lnTo>
                    <a:pt x="119357" y="268281"/>
                  </a:lnTo>
                  <a:cubicBezTo>
                    <a:pt x="53438" y="268281"/>
                    <a:pt x="0" y="214843"/>
                    <a:pt x="0" y="148924"/>
                  </a:cubicBezTo>
                  <a:lnTo>
                    <a:pt x="0" y="119357"/>
                  </a:lnTo>
                  <a:cubicBezTo>
                    <a:pt x="0" y="53438"/>
                    <a:pt x="53438" y="0"/>
                    <a:pt x="119357" y="0"/>
                  </a:cubicBezTo>
                  <a:close/>
                </a:path>
              </a:pathLst>
            </a:custGeom>
            <a:solidFill>
              <a:srgbClr val="C0E4F6"/>
            </a:solidFill>
          </p:spPr>
        </p:sp>
        <p:sp>
          <p:nvSpPr>
            <p:cNvPr name="TextBox 4" id="4"/>
            <p:cNvSpPr txBox="true"/>
            <p:nvPr/>
          </p:nvSpPr>
          <p:spPr>
            <a:xfrm>
              <a:off x="0" y="-28575"/>
              <a:ext cx="1708343" cy="296856"/>
            </a:xfrm>
            <a:prstGeom prst="rect">
              <a:avLst/>
            </a:prstGeom>
          </p:spPr>
          <p:txBody>
            <a:bodyPr anchor="ctr" rtlCol="false" tIns="50800" lIns="50800" bIns="50800" rIns="50800"/>
            <a:lstStyle/>
            <a:p>
              <a:pPr algn="ctr">
                <a:lnSpc>
                  <a:spcPts val="2100"/>
                </a:lnSpc>
              </a:pPr>
            </a:p>
          </p:txBody>
        </p:sp>
      </p:grpSp>
      <p:grpSp>
        <p:nvGrpSpPr>
          <p:cNvPr name="Group 5" id="5"/>
          <p:cNvGrpSpPr/>
          <p:nvPr/>
        </p:nvGrpSpPr>
        <p:grpSpPr>
          <a:xfrm rot="0">
            <a:off x="3310361" y="9681230"/>
            <a:ext cx="15922153" cy="640680"/>
            <a:chOff x="0" y="0"/>
            <a:chExt cx="4193489" cy="168739"/>
          </a:xfrm>
        </p:grpSpPr>
        <p:sp>
          <p:nvSpPr>
            <p:cNvPr name="Freeform 6" id="6"/>
            <p:cNvSpPr/>
            <p:nvPr/>
          </p:nvSpPr>
          <p:spPr>
            <a:xfrm flipH="false" flipV="false" rot="0">
              <a:off x="0" y="0"/>
              <a:ext cx="4193489" cy="168739"/>
            </a:xfrm>
            <a:custGeom>
              <a:avLst/>
              <a:gdLst/>
              <a:ahLst/>
              <a:cxnLst/>
              <a:rect r="r" b="b" t="t" l="l"/>
              <a:pathLst>
                <a:path h="168739" w="4193489">
                  <a:moveTo>
                    <a:pt x="203200" y="0"/>
                  </a:moveTo>
                  <a:lnTo>
                    <a:pt x="4193489" y="0"/>
                  </a:lnTo>
                  <a:lnTo>
                    <a:pt x="3990289" y="168739"/>
                  </a:lnTo>
                  <a:lnTo>
                    <a:pt x="0" y="168739"/>
                  </a:lnTo>
                  <a:lnTo>
                    <a:pt x="203200" y="0"/>
                  </a:lnTo>
                  <a:close/>
                </a:path>
              </a:pathLst>
            </a:custGeom>
            <a:solidFill>
              <a:srgbClr val="4A44BD"/>
            </a:solidFill>
          </p:spPr>
        </p:sp>
        <p:sp>
          <p:nvSpPr>
            <p:cNvPr name="TextBox 7" id="7"/>
            <p:cNvSpPr txBox="true"/>
            <p:nvPr/>
          </p:nvSpPr>
          <p:spPr>
            <a:xfrm>
              <a:off x="101600" y="-28575"/>
              <a:ext cx="3990289" cy="197314"/>
            </a:xfrm>
            <a:prstGeom prst="rect">
              <a:avLst/>
            </a:prstGeom>
          </p:spPr>
          <p:txBody>
            <a:bodyPr anchor="ctr" rtlCol="false" tIns="50800" lIns="50800" bIns="50800" rIns="50800"/>
            <a:lstStyle/>
            <a:p>
              <a:pPr algn="ctr">
                <a:lnSpc>
                  <a:spcPts val="2100"/>
                </a:lnSpc>
              </a:pPr>
            </a:p>
          </p:txBody>
        </p:sp>
      </p:grpSp>
      <p:sp>
        <p:nvSpPr>
          <p:cNvPr name="TextBox 8" id="8"/>
          <p:cNvSpPr txBox="true"/>
          <p:nvPr/>
        </p:nvSpPr>
        <p:spPr>
          <a:xfrm rot="0">
            <a:off x="515811" y="9631953"/>
            <a:ext cx="2541534" cy="281940"/>
          </a:xfrm>
          <a:prstGeom prst="rect">
            <a:avLst/>
          </a:prstGeom>
        </p:spPr>
        <p:txBody>
          <a:bodyPr anchor="t" rtlCol="false" tIns="0" lIns="0" bIns="0" rIns="0">
            <a:spAutoFit/>
          </a:bodyPr>
          <a:lstStyle/>
          <a:p>
            <a:pPr algn="l" marL="0" indent="0" lvl="0">
              <a:lnSpc>
                <a:spcPts val="2340"/>
              </a:lnSpc>
              <a:spcBef>
                <a:spcPct val="0"/>
              </a:spcBef>
            </a:pPr>
            <a:r>
              <a:rPr lang="en-US" b="true" sz="1800" u="sng">
                <a:solidFill>
                  <a:srgbClr val="4A44BD"/>
                </a:solidFill>
                <a:latin typeface="Open Sans Bold"/>
                <a:ea typeface="Open Sans Bold"/>
                <a:cs typeface="Open Sans Bold"/>
                <a:sym typeface="Open Sans Bold"/>
                <a:hlinkClick r:id="rId2" action="ppaction://hlinksldjump"/>
              </a:rPr>
              <a:t>Trở lại Chương trình</a:t>
            </a:r>
          </a:p>
        </p:txBody>
      </p:sp>
      <p:grpSp>
        <p:nvGrpSpPr>
          <p:cNvPr name="Group 9" id="9"/>
          <p:cNvGrpSpPr>
            <a:grpSpLocks noChangeAspect="true"/>
          </p:cNvGrpSpPr>
          <p:nvPr/>
        </p:nvGrpSpPr>
        <p:grpSpPr>
          <a:xfrm rot="0">
            <a:off x="9685130" y="1028700"/>
            <a:ext cx="7574170" cy="7574170"/>
            <a:chOff x="0" y="0"/>
            <a:chExt cx="3282950" cy="3282950"/>
          </a:xfrm>
        </p:grpSpPr>
        <p:sp>
          <p:nvSpPr>
            <p:cNvPr name="Freeform 10" id="10"/>
            <p:cNvSpPr/>
            <p:nvPr/>
          </p:nvSpPr>
          <p:spPr>
            <a:xfrm flipH="false" flipV="false" rot="0">
              <a:off x="0" y="0"/>
              <a:ext cx="3282950" cy="3282950"/>
            </a:xfrm>
            <a:custGeom>
              <a:avLst/>
              <a:gdLst/>
              <a:ahLst/>
              <a:cxnLst/>
              <a:rect r="r" b="b" t="t" l="l"/>
              <a:pathLst>
                <a:path h="3282950" w="3282950">
                  <a:moveTo>
                    <a:pt x="0" y="0"/>
                  </a:moveTo>
                  <a:lnTo>
                    <a:pt x="2532380" y="0"/>
                  </a:lnTo>
                  <a:cubicBezTo>
                    <a:pt x="2946400" y="0"/>
                    <a:pt x="3282950" y="336550"/>
                    <a:pt x="3282950" y="750570"/>
                  </a:cubicBezTo>
                  <a:lnTo>
                    <a:pt x="3282950" y="750570"/>
                  </a:lnTo>
                  <a:lnTo>
                    <a:pt x="3282950" y="3282950"/>
                  </a:lnTo>
                  <a:lnTo>
                    <a:pt x="3282950" y="3282950"/>
                  </a:lnTo>
                  <a:lnTo>
                    <a:pt x="0" y="3282950"/>
                  </a:lnTo>
                  <a:lnTo>
                    <a:pt x="0" y="3282950"/>
                  </a:lnTo>
                  <a:lnTo>
                    <a:pt x="0" y="0"/>
                  </a:lnTo>
                  <a:lnTo>
                    <a:pt x="0" y="0"/>
                  </a:lnTo>
                  <a:close/>
                </a:path>
              </a:pathLst>
            </a:custGeom>
            <a:blipFill>
              <a:blip r:embed="rId3"/>
              <a:stretch>
                <a:fillRect l="0" t="-25000" r="0" b="-25000"/>
              </a:stretch>
            </a:blipFill>
          </p:spPr>
        </p:sp>
      </p:grpSp>
      <p:grpSp>
        <p:nvGrpSpPr>
          <p:cNvPr name="Group 11" id="11"/>
          <p:cNvGrpSpPr/>
          <p:nvPr/>
        </p:nvGrpSpPr>
        <p:grpSpPr>
          <a:xfrm rot="0">
            <a:off x="10096875" y="7176526"/>
            <a:ext cx="6750679" cy="1032967"/>
            <a:chOff x="0" y="0"/>
            <a:chExt cx="10007486" cy="1531313"/>
          </a:xfrm>
        </p:grpSpPr>
        <p:sp>
          <p:nvSpPr>
            <p:cNvPr name="Freeform 12" id="12"/>
            <p:cNvSpPr/>
            <p:nvPr/>
          </p:nvSpPr>
          <p:spPr>
            <a:xfrm flipH="false" flipV="false" rot="0">
              <a:off x="0" y="0"/>
              <a:ext cx="10007485" cy="1531313"/>
            </a:xfrm>
            <a:custGeom>
              <a:avLst/>
              <a:gdLst/>
              <a:ahLst/>
              <a:cxnLst/>
              <a:rect r="r" b="b" t="t" l="l"/>
              <a:pathLst>
                <a:path h="1531313" w="10007485">
                  <a:moveTo>
                    <a:pt x="34405" y="0"/>
                  </a:moveTo>
                  <a:lnTo>
                    <a:pt x="9973080" y="0"/>
                  </a:lnTo>
                  <a:cubicBezTo>
                    <a:pt x="9982205" y="0"/>
                    <a:pt x="9990956" y="3625"/>
                    <a:pt x="9997408" y="10077"/>
                  </a:cubicBezTo>
                  <a:cubicBezTo>
                    <a:pt x="10003861" y="16529"/>
                    <a:pt x="10007485" y="25280"/>
                    <a:pt x="10007485" y="34405"/>
                  </a:cubicBezTo>
                  <a:lnTo>
                    <a:pt x="10007485" y="1496908"/>
                  </a:lnTo>
                  <a:cubicBezTo>
                    <a:pt x="10007485" y="1515910"/>
                    <a:pt x="9992082" y="1531313"/>
                    <a:pt x="9973080" y="1531313"/>
                  </a:cubicBezTo>
                  <a:lnTo>
                    <a:pt x="34405" y="1531313"/>
                  </a:lnTo>
                  <a:cubicBezTo>
                    <a:pt x="25280" y="1531313"/>
                    <a:pt x="16529" y="1527689"/>
                    <a:pt x="10077" y="1521236"/>
                  </a:cubicBezTo>
                  <a:cubicBezTo>
                    <a:pt x="3625" y="1514784"/>
                    <a:pt x="0" y="1506033"/>
                    <a:pt x="0" y="1496908"/>
                  </a:cubicBezTo>
                  <a:lnTo>
                    <a:pt x="0" y="34405"/>
                  </a:lnTo>
                  <a:cubicBezTo>
                    <a:pt x="0" y="25280"/>
                    <a:pt x="3625" y="16529"/>
                    <a:pt x="10077" y="10077"/>
                  </a:cubicBezTo>
                  <a:cubicBezTo>
                    <a:pt x="16529" y="3625"/>
                    <a:pt x="25280" y="0"/>
                    <a:pt x="34405" y="0"/>
                  </a:cubicBezTo>
                  <a:close/>
                </a:path>
              </a:pathLst>
            </a:custGeom>
            <a:solidFill>
              <a:srgbClr val="FFFFFF"/>
            </a:solidFill>
            <a:ln cap="rnd">
              <a:noFill/>
              <a:prstDash val="sysDot"/>
              <a:round/>
            </a:ln>
          </p:spPr>
        </p:sp>
        <p:sp>
          <p:nvSpPr>
            <p:cNvPr name="TextBox 13" id="13"/>
            <p:cNvSpPr txBox="true"/>
            <p:nvPr/>
          </p:nvSpPr>
          <p:spPr>
            <a:xfrm>
              <a:off x="0" y="-28575"/>
              <a:ext cx="10007486" cy="1559888"/>
            </a:xfrm>
            <a:prstGeom prst="rect">
              <a:avLst/>
            </a:prstGeom>
          </p:spPr>
          <p:txBody>
            <a:bodyPr anchor="ctr" rtlCol="false" tIns="254000" lIns="254000" bIns="254000" rIns="254000"/>
            <a:lstStyle/>
            <a:p>
              <a:pPr algn="l">
                <a:lnSpc>
                  <a:spcPts val="1960"/>
                </a:lnSpc>
              </a:pPr>
              <a:r>
                <a:rPr lang="en-US" sz="1400">
                  <a:solidFill>
                    <a:srgbClr val="000000"/>
                  </a:solidFill>
                  <a:latin typeface="Open Sans"/>
                  <a:ea typeface="Open Sans"/>
                  <a:cs typeface="Open Sans"/>
                  <a:sym typeface="Open Sans"/>
                </a:rPr>
                <a:t>Kéo và thả ảnh hoặc video của bạn! Nhấp vào ảnh hoặc video mẫu và xóa. Chọn ảnh hoặc video của bạn từ tab tải lên, kéo và thả vào khung!</a:t>
              </a:r>
            </a:p>
          </p:txBody>
        </p:sp>
      </p:grpSp>
      <p:grpSp>
        <p:nvGrpSpPr>
          <p:cNvPr name="Group 14" id="14"/>
          <p:cNvGrpSpPr/>
          <p:nvPr/>
        </p:nvGrpSpPr>
        <p:grpSpPr>
          <a:xfrm rot="0">
            <a:off x="1028700" y="3869889"/>
            <a:ext cx="7742386" cy="2547222"/>
            <a:chOff x="0" y="0"/>
            <a:chExt cx="10323182" cy="3396296"/>
          </a:xfrm>
        </p:grpSpPr>
        <p:sp>
          <p:nvSpPr>
            <p:cNvPr name="TextBox 15" id="15"/>
            <p:cNvSpPr txBox="true"/>
            <p:nvPr/>
          </p:nvSpPr>
          <p:spPr>
            <a:xfrm rot="0">
              <a:off x="0" y="2208000"/>
              <a:ext cx="10323182" cy="1188297"/>
            </a:xfrm>
            <a:prstGeom prst="rect">
              <a:avLst/>
            </a:prstGeom>
          </p:spPr>
          <p:txBody>
            <a:bodyPr anchor="t" rtlCol="false" tIns="0" lIns="0" bIns="0" rIns="0">
              <a:spAutoFit/>
            </a:bodyPr>
            <a:lstStyle/>
            <a:p>
              <a:pPr algn="l">
                <a:lnSpc>
                  <a:spcPts val="3639"/>
                </a:lnSpc>
              </a:pPr>
              <a:r>
                <a:rPr lang="en-US" sz="2599">
                  <a:solidFill>
                    <a:srgbClr val="000000"/>
                  </a:solidFill>
                  <a:latin typeface="Open Sans"/>
                  <a:ea typeface="Open Sans"/>
                  <a:cs typeface="Open Sans"/>
                  <a:sym typeface="Open Sans"/>
                </a:rPr>
                <a:t>T</a:t>
              </a:r>
              <a:r>
                <a:rPr lang="en-US" sz="2599">
                  <a:solidFill>
                    <a:srgbClr val="000000"/>
                  </a:solidFill>
                  <a:latin typeface="Open Sans"/>
                  <a:ea typeface="Open Sans"/>
                  <a:cs typeface="Open Sans"/>
                  <a:sym typeface="Open Sans"/>
                </a:rPr>
                <a:t>rình bày ngắn gọn những gì bạn muốn thảo luận. Thêm một vài thông tin sơ lược về công ty.</a:t>
              </a:r>
            </a:p>
          </p:txBody>
        </p:sp>
        <p:sp>
          <p:nvSpPr>
            <p:cNvPr name="TextBox 16" id="16"/>
            <p:cNvSpPr txBox="true"/>
            <p:nvPr/>
          </p:nvSpPr>
          <p:spPr>
            <a:xfrm rot="0">
              <a:off x="0" y="76200"/>
              <a:ext cx="10060178" cy="1642533"/>
            </a:xfrm>
            <a:prstGeom prst="rect">
              <a:avLst/>
            </a:prstGeom>
          </p:spPr>
          <p:txBody>
            <a:bodyPr anchor="t" rtlCol="false" tIns="0" lIns="0" bIns="0" rIns="0">
              <a:spAutoFit/>
            </a:bodyPr>
            <a:lstStyle/>
            <a:p>
              <a:pPr algn="l" marL="0" indent="0" lvl="0">
                <a:lnSpc>
                  <a:spcPts val="9349"/>
                </a:lnSpc>
              </a:pPr>
              <a:r>
                <a:rPr lang="en-US" b="true" sz="8499" spc="-169">
                  <a:solidFill>
                    <a:srgbClr val="4A44BD"/>
                  </a:solidFill>
                  <a:latin typeface="Be Vietnam Ultra-Bold"/>
                  <a:ea typeface="Be Vietnam Ultra-Bold"/>
                  <a:cs typeface="Be Vietnam Ultra-Bold"/>
                  <a:sym typeface="Be Vietnam Ultra-Bold"/>
                </a:rPr>
                <a:t>Tóm tắt</a:t>
              </a:r>
            </a:p>
          </p:txBody>
        </p:sp>
      </p:grpSp>
      <p:sp>
        <p:nvSpPr>
          <p:cNvPr name="TextBox 17" id="17"/>
          <p:cNvSpPr txBox="true"/>
          <p:nvPr/>
        </p:nvSpPr>
        <p:spPr>
          <a:xfrm rot="0">
            <a:off x="1028700" y="1028700"/>
            <a:ext cx="5784775" cy="257175"/>
          </a:xfrm>
          <a:prstGeom prst="rect">
            <a:avLst/>
          </a:prstGeom>
        </p:spPr>
        <p:txBody>
          <a:bodyPr anchor="t" rtlCol="false" tIns="0" lIns="0" bIns="0" rIns="0">
            <a:spAutoFit/>
          </a:bodyPr>
          <a:lstStyle/>
          <a:p>
            <a:pPr algn="l" marL="0" indent="0" lvl="0">
              <a:lnSpc>
                <a:spcPts val="2039"/>
              </a:lnSpc>
            </a:pPr>
            <a:r>
              <a:rPr lang="en-US" b="true" sz="1699" spc="91">
                <a:solidFill>
                  <a:srgbClr val="4A44BD"/>
                </a:solidFill>
                <a:latin typeface="Open Sans Bold"/>
                <a:ea typeface="Open Sans Bold"/>
                <a:cs typeface="Open Sans Bold"/>
                <a:sym typeface="Open Sans Bold"/>
              </a:rPr>
              <a:t>BÀI THUYẾT TRÌNH BÁO CÁO THƯỜNG NIÊN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2702" y="9268371"/>
            <a:ext cx="6486365" cy="1018629"/>
            <a:chOff x="0" y="0"/>
            <a:chExt cx="1708343" cy="268281"/>
          </a:xfrm>
        </p:grpSpPr>
        <p:sp>
          <p:nvSpPr>
            <p:cNvPr name="Freeform 3" id="3"/>
            <p:cNvSpPr/>
            <p:nvPr/>
          </p:nvSpPr>
          <p:spPr>
            <a:xfrm flipH="false" flipV="false" rot="0">
              <a:off x="0" y="0"/>
              <a:ext cx="1708343" cy="268281"/>
            </a:xfrm>
            <a:custGeom>
              <a:avLst/>
              <a:gdLst/>
              <a:ahLst/>
              <a:cxnLst/>
              <a:rect r="r" b="b" t="t" l="l"/>
              <a:pathLst>
                <a:path h="268281" w="1708343">
                  <a:moveTo>
                    <a:pt x="119357" y="0"/>
                  </a:moveTo>
                  <a:lnTo>
                    <a:pt x="1588986" y="0"/>
                  </a:lnTo>
                  <a:cubicBezTo>
                    <a:pt x="1654905" y="0"/>
                    <a:pt x="1708343" y="53438"/>
                    <a:pt x="1708343" y="119357"/>
                  </a:cubicBezTo>
                  <a:lnTo>
                    <a:pt x="1708343" y="148924"/>
                  </a:lnTo>
                  <a:cubicBezTo>
                    <a:pt x="1708343" y="180580"/>
                    <a:pt x="1695768" y="210938"/>
                    <a:pt x="1673384" y="233322"/>
                  </a:cubicBezTo>
                  <a:cubicBezTo>
                    <a:pt x="1651000" y="255706"/>
                    <a:pt x="1620642" y="268281"/>
                    <a:pt x="1588986" y="268281"/>
                  </a:cubicBezTo>
                  <a:lnTo>
                    <a:pt x="119357" y="268281"/>
                  </a:lnTo>
                  <a:cubicBezTo>
                    <a:pt x="53438" y="268281"/>
                    <a:pt x="0" y="214843"/>
                    <a:pt x="0" y="148924"/>
                  </a:cubicBezTo>
                  <a:lnTo>
                    <a:pt x="0" y="119357"/>
                  </a:lnTo>
                  <a:cubicBezTo>
                    <a:pt x="0" y="53438"/>
                    <a:pt x="53438" y="0"/>
                    <a:pt x="119357" y="0"/>
                  </a:cubicBezTo>
                  <a:close/>
                </a:path>
              </a:pathLst>
            </a:custGeom>
            <a:solidFill>
              <a:srgbClr val="C0E4F6"/>
            </a:solidFill>
          </p:spPr>
        </p:sp>
        <p:sp>
          <p:nvSpPr>
            <p:cNvPr name="TextBox 4" id="4"/>
            <p:cNvSpPr txBox="true"/>
            <p:nvPr/>
          </p:nvSpPr>
          <p:spPr>
            <a:xfrm>
              <a:off x="0" y="-28575"/>
              <a:ext cx="1708343" cy="296856"/>
            </a:xfrm>
            <a:prstGeom prst="rect">
              <a:avLst/>
            </a:prstGeom>
          </p:spPr>
          <p:txBody>
            <a:bodyPr anchor="ctr" rtlCol="false" tIns="50800" lIns="50800" bIns="50800" rIns="50800"/>
            <a:lstStyle/>
            <a:p>
              <a:pPr algn="ctr">
                <a:lnSpc>
                  <a:spcPts val="2100"/>
                </a:lnSpc>
              </a:pPr>
            </a:p>
          </p:txBody>
        </p:sp>
      </p:grpSp>
      <p:grpSp>
        <p:nvGrpSpPr>
          <p:cNvPr name="Group 5" id="5"/>
          <p:cNvGrpSpPr/>
          <p:nvPr/>
        </p:nvGrpSpPr>
        <p:grpSpPr>
          <a:xfrm rot="0">
            <a:off x="3310361" y="9681230"/>
            <a:ext cx="15922153" cy="640680"/>
            <a:chOff x="0" y="0"/>
            <a:chExt cx="4193489" cy="168739"/>
          </a:xfrm>
        </p:grpSpPr>
        <p:sp>
          <p:nvSpPr>
            <p:cNvPr name="Freeform 6" id="6"/>
            <p:cNvSpPr/>
            <p:nvPr/>
          </p:nvSpPr>
          <p:spPr>
            <a:xfrm flipH="false" flipV="false" rot="0">
              <a:off x="0" y="0"/>
              <a:ext cx="4193489" cy="168739"/>
            </a:xfrm>
            <a:custGeom>
              <a:avLst/>
              <a:gdLst/>
              <a:ahLst/>
              <a:cxnLst/>
              <a:rect r="r" b="b" t="t" l="l"/>
              <a:pathLst>
                <a:path h="168739" w="4193489">
                  <a:moveTo>
                    <a:pt x="203200" y="0"/>
                  </a:moveTo>
                  <a:lnTo>
                    <a:pt x="4193489" y="0"/>
                  </a:lnTo>
                  <a:lnTo>
                    <a:pt x="3990289" y="168739"/>
                  </a:lnTo>
                  <a:lnTo>
                    <a:pt x="0" y="168739"/>
                  </a:lnTo>
                  <a:lnTo>
                    <a:pt x="203200" y="0"/>
                  </a:lnTo>
                  <a:close/>
                </a:path>
              </a:pathLst>
            </a:custGeom>
            <a:solidFill>
              <a:srgbClr val="4A44BD"/>
            </a:solidFill>
          </p:spPr>
        </p:sp>
        <p:sp>
          <p:nvSpPr>
            <p:cNvPr name="TextBox 7" id="7"/>
            <p:cNvSpPr txBox="true"/>
            <p:nvPr/>
          </p:nvSpPr>
          <p:spPr>
            <a:xfrm>
              <a:off x="101600" y="-28575"/>
              <a:ext cx="3990289" cy="197314"/>
            </a:xfrm>
            <a:prstGeom prst="rect">
              <a:avLst/>
            </a:prstGeom>
          </p:spPr>
          <p:txBody>
            <a:bodyPr anchor="ctr" rtlCol="false" tIns="50800" lIns="50800" bIns="50800" rIns="50800"/>
            <a:lstStyle/>
            <a:p>
              <a:pPr algn="ctr">
                <a:lnSpc>
                  <a:spcPts val="2100"/>
                </a:lnSpc>
              </a:pPr>
            </a:p>
          </p:txBody>
        </p:sp>
      </p:grpSp>
      <p:grpSp>
        <p:nvGrpSpPr>
          <p:cNvPr name="Group 8" id="8"/>
          <p:cNvGrpSpPr/>
          <p:nvPr/>
        </p:nvGrpSpPr>
        <p:grpSpPr>
          <a:xfrm rot="0">
            <a:off x="9838192" y="7296374"/>
            <a:ext cx="7421108" cy="1032967"/>
            <a:chOff x="0" y="0"/>
            <a:chExt cx="11001356" cy="1531313"/>
          </a:xfrm>
        </p:grpSpPr>
        <p:sp>
          <p:nvSpPr>
            <p:cNvPr name="Freeform 9" id="9"/>
            <p:cNvSpPr/>
            <p:nvPr/>
          </p:nvSpPr>
          <p:spPr>
            <a:xfrm flipH="false" flipV="false" rot="0">
              <a:off x="0" y="0"/>
              <a:ext cx="11001356" cy="1531313"/>
            </a:xfrm>
            <a:custGeom>
              <a:avLst/>
              <a:gdLst/>
              <a:ahLst/>
              <a:cxnLst/>
              <a:rect r="r" b="b" t="t" l="l"/>
              <a:pathLst>
                <a:path h="1531313" w="11001356">
                  <a:moveTo>
                    <a:pt x="31297" y="0"/>
                  </a:moveTo>
                  <a:lnTo>
                    <a:pt x="10970060" y="0"/>
                  </a:lnTo>
                  <a:cubicBezTo>
                    <a:pt x="10978360" y="0"/>
                    <a:pt x="10986320" y="3297"/>
                    <a:pt x="10992190" y="9167"/>
                  </a:cubicBezTo>
                  <a:cubicBezTo>
                    <a:pt x="10998059" y="15036"/>
                    <a:pt x="11001356" y="22996"/>
                    <a:pt x="11001356" y="31297"/>
                  </a:cubicBezTo>
                  <a:lnTo>
                    <a:pt x="11001356" y="1500016"/>
                  </a:lnTo>
                  <a:cubicBezTo>
                    <a:pt x="11001356" y="1508317"/>
                    <a:pt x="10998059" y="1516278"/>
                    <a:pt x="10992190" y="1522147"/>
                  </a:cubicBezTo>
                  <a:cubicBezTo>
                    <a:pt x="10986320" y="1528016"/>
                    <a:pt x="10978360" y="1531313"/>
                    <a:pt x="10970060" y="1531313"/>
                  </a:cubicBezTo>
                  <a:lnTo>
                    <a:pt x="31297" y="1531313"/>
                  </a:lnTo>
                  <a:cubicBezTo>
                    <a:pt x="22996" y="1531313"/>
                    <a:pt x="15036" y="1528016"/>
                    <a:pt x="9167" y="1522147"/>
                  </a:cubicBezTo>
                  <a:cubicBezTo>
                    <a:pt x="3297" y="1516278"/>
                    <a:pt x="0" y="1508317"/>
                    <a:pt x="0" y="1500016"/>
                  </a:cubicBezTo>
                  <a:lnTo>
                    <a:pt x="0" y="31297"/>
                  </a:lnTo>
                  <a:cubicBezTo>
                    <a:pt x="0" y="22996"/>
                    <a:pt x="3297" y="15036"/>
                    <a:pt x="9167" y="9167"/>
                  </a:cubicBezTo>
                  <a:cubicBezTo>
                    <a:pt x="15036" y="3297"/>
                    <a:pt x="22996" y="0"/>
                    <a:pt x="31297" y="0"/>
                  </a:cubicBezTo>
                  <a:close/>
                </a:path>
              </a:pathLst>
            </a:custGeom>
            <a:solidFill>
              <a:srgbClr val="E1E1E1"/>
            </a:solidFill>
            <a:ln cap="rnd">
              <a:noFill/>
              <a:prstDash val="sysDot"/>
              <a:round/>
            </a:ln>
          </p:spPr>
        </p:sp>
        <p:sp>
          <p:nvSpPr>
            <p:cNvPr name="TextBox 10" id="10"/>
            <p:cNvSpPr txBox="true"/>
            <p:nvPr/>
          </p:nvSpPr>
          <p:spPr>
            <a:xfrm>
              <a:off x="0" y="-28575"/>
              <a:ext cx="11001356" cy="1559888"/>
            </a:xfrm>
            <a:prstGeom prst="rect">
              <a:avLst/>
            </a:prstGeom>
          </p:spPr>
          <p:txBody>
            <a:bodyPr anchor="ctr" rtlCol="false" tIns="254000" lIns="254000" bIns="254000" rIns="254000"/>
            <a:lstStyle/>
            <a:p>
              <a:pPr algn="l">
                <a:lnSpc>
                  <a:spcPts val="1960"/>
                </a:lnSpc>
              </a:pPr>
              <a:r>
                <a:rPr lang="en-US" sz="1400">
                  <a:solidFill>
                    <a:srgbClr val="000000"/>
                  </a:solidFill>
                  <a:latin typeface="Open Sans"/>
                  <a:ea typeface="Open Sans"/>
                  <a:cs typeface="Open Sans"/>
                  <a:sym typeface="Open Sans"/>
                </a:rPr>
                <a:t>Kéo và thả ảnh hoặc video của bạn! Nhấp vào ảnh hoặc video mẫu và xóa. Chọn ảnh hoặc video của bạn từ tab tải lên, kéo và thả vào khung!</a:t>
              </a:r>
            </a:p>
          </p:txBody>
        </p:sp>
      </p:grpSp>
      <p:grpSp>
        <p:nvGrpSpPr>
          <p:cNvPr name="Group 11" id="11"/>
          <p:cNvGrpSpPr/>
          <p:nvPr/>
        </p:nvGrpSpPr>
        <p:grpSpPr>
          <a:xfrm rot="0">
            <a:off x="1028700" y="1028700"/>
            <a:ext cx="7702102" cy="7249283"/>
            <a:chOff x="0" y="0"/>
            <a:chExt cx="2028537" cy="1909276"/>
          </a:xfrm>
        </p:grpSpPr>
        <p:sp>
          <p:nvSpPr>
            <p:cNvPr name="Freeform 12" id="12"/>
            <p:cNvSpPr/>
            <p:nvPr/>
          </p:nvSpPr>
          <p:spPr>
            <a:xfrm flipH="false" flipV="false" rot="0">
              <a:off x="0" y="0"/>
              <a:ext cx="2028537" cy="1909276"/>
            </a:xfrm>
            <a:custGeom>
              <a:avLst/>
              <a:gdLst/>
              <a:ahLst/>
              <a:cxnLst/>
              <a:rect r="r" b="b" t="t" l="l"/>
              <a:pathLst>
                <a:path h="1909276" w="2028537">
                  <a:moveTo>
                    <a:pt x="57295" y="0"/>
                  </a:moveTo>
                  <a:lnTo>
                    <a:pt x="1971242" y="0"/>
                  </a:lnTo>
                  <a:cubicBezTo>
                    <a:pt x="1986438" y="0"/>
                    <a:pt x="2001011" y="6036"/>
                    <a:pt x="2011756" y="16781"/>
                  </a:cubicBezTo>
                  <a:cubicBezTo>
                    <a:pt x="2022501" y="27526"/>
                    <a:pt x="2028537" y="42099"/>
                    <a:pt x="2028537" y="57295"/>
                  </a:cubicBezTo>
                  <a:lnTo>
                    <a:pt x="2028537" y="1851981"/>
                  </a:lnTo>
                  <a:cubicBezTo>
                    <a:pt x="2028537" y="1867177"/>
                    <a:pt x="2022501" y="1881750"/>
                    <a:pt x="2011756" y="1892495"/>
                  </a:cubicBezTo>
                  <a:cubicBezTo>
                    <a:pt x="2001011" y="1903240"/>
                    <a:pt x="1986438" y="1909276"/>
                    <a:pt x="1971242" y="1909276"/>
                  </a:cubicBezTo>
                  <a:lnTo>
                    <a:pt x="57295" y="1909276"/>
                  </a:lnTo>
                  <a:cubicBezTo>
                    <a:pt x="42099" y="1909276"/>
                    <a:pt x="27526" y="1903240"/>
                    <a:pt x="16781" y="1892495"/>
                  </a:cubicBezTo>
                  <a:cubicBezTo>
                    <a:pt x="6036" y="1881750"/>
                    <a:pt x="0" y="1867177"/>
                    <a:pt x="0" y="1851981"/>
                  </a:cubicBezTo>
                  <a:lnTo>
                    <a:pt x="0" y="57295"/>
                  </a:lnTo>
                  <a:cubicBezTo>
                    <a:pt x="0" y="42099"/>
                    <a:pt x="6036" y="27526"/>
                    <a:pt x="16781" y="16781"/>
                  </a:cubicBezTo>
                  <a:cubicBezTo>
                    <a:pt x="27526" y="6036"/>
                    <a:pt x="42099" y="0"/>
                    <a:pt x="57295" y="0"/>
                  </a:cubicBezTo>
                  <a:close/>
                </a:path>
              </a:pathLst>
            </a:custGeom>
            <a:solidFill>
              <a:srgbClr val="C0E4F6"/>
            </a:solidFill>
          </p:spPr>
        </p:sp>
        <p:sp>
          <p:nvSpPr>
            <p:cNvPr name="TextBox 13" id="13"/>
            <p:cNvSpPr txBox="true"/>
            <p:nvPr/>
          </p:nvSpPr>
          <p:spPr>
            <a:xfrm>
              <a:off x="0" y="-28575"/>
              <a:ext cx="2028537" cy="1937851"/>
            </a:xfrm>
            <a:prstGeom prst="rect">
              <a:avLst/>
            </a:prstGeom>
          </p:spPr>
          <p:txBody>
            <a:bodyPr anchor="ctr" rtlCol="false" tIns="50800" lIns="50800" bIns="50800" rIns="50800"/>
            <a:lstStyle/>
            <a:p>
              <a:pPr algn="ctr">
                <a:lnSpc>
                  <a:spcPts val="2100"/>
                </a:lnSpc>
              </a:pPr>
            </a:p>
          </p:txBody>
        </p:sp>
      </p:grpSp>
      <p:sp>
        <p:nvSpPr>
          <p:cNvPr name="TextBox 14" id="14"/>
          <p:cNvSpPr txBox="true"/>
          <p:nvPr/>
        </p:nvSpPr>
        <p:spPr>
          <a:xfrm rot="0">
            <a:off x="515811" y="9631953"/>
            <a:ext cx="2541534" cy="281940"/>
          </a:xfrm>
          <a:prstGeom prst="rect">
            <a:avLst/>
          </a:prstGeom>
        </p:spPr>
        <p:txBody>
          <a:bodyPr anchor="t" rtlCol="false" tIns="0" lIns="0" bIns="0" rIns="0">
            <a:spAutoFit/>
          </a:bodyPr>
          <a:lstStyle/>
          <a:p>
            <a:pPr algn="l" marL="0" indent="0" lvl="0">
              <a:lnSpc>
                <a:spcPts val="2340"/>
              </a:lnSpc>
              <a:spcBef>
                <a:spcPct val="0"/>
              </a:spcBef>
            </a:pPr>
            <a:r>
              <a:rPr lang="en-US" b="true" sz="1800" u="sng">
                <a:solidFill>
                  <a:srgbClr val="4A44BD"/>
                </a:solidFill>
                <a:latin typeface="Open Sans Bold"/>
                <a:ea typeface="Open Sans Bold"/>
                <a:cs typeface="Open Sans Bold"/>
                <a:sym typeface="Open Sans Bold"/>
                <a:hlinkClick r:id="rId2" action="ppaction://hlinksldjump"/>
              </a:rPr>
              <a:t>Trở lại Chương trình</a:t>
            </a:r>
          </a:p>
        </p:txBody>
      </p:sp>
      <p:sp>
        <p:nvSpPr>
          <p:cNvPr name="TextBox 15" id="15"/>
          <p:cNvSpPr txBox="true"/>
          <p:nvPr/>
        </p:nvSpPr>
        <p:spPr>
          <a:xfrm rot="0">
            <a:off x="9838192" y="6080311"/>
            <a:ext cx="7421108" cy="422275"/>
          </a:xfrm>
          <a:prstGeom prst="rect">
            <a:avLst/>
          </a:prstGeom>
        </p:spPr>
        <p:txBody>
          <a:bodyPr anchor="t" rtlCol="false" tIns="0" lIns="0" bIns="0" rIns="0">
            <a:spAutoFit/>
          </a:bodyPr>
          <a:lstStyle/>
          <a:p>
            <a:pPr algn="r">
              <a:lnSpc>
                <a:spcPts val="3499"/>
              </a:lnSpc>
            </a:pPr>
            <a:r>
              <a:rPr lang="en-US" sz="2499">
                <a:solidFill>
                  <a:srgbClr val="000000"/>
                </a:solidFill>
                <a:latin typeface="Open Sans"/>
                <a:ea typeface="Open Sans"/>
                <a:cs typeface="Open Sans"/>
                <a:sym typeface="Open Sans"/>
              </a:rPr>
              <a:t>Trình bày ngắn gọn những gì bạn muốn thảo luận.</a:t>
            </a:r>
          </a:p>
        </p:txBody>
      </p:sp>
      <p:sp>
        <p:nvSpPr>
          <p:cNvPr name="TextBox 16" id="16"/>
          <p:cNvSpPr txBox="true"/>
          <p:nvPr/>
        </p:nvSpPr>
        <p:spPr>
          <a:xfrm rot="0">
            <a:off x="9838192" y="2127288"/>
            <a:ext cx="7421108" cy="3703319"/>
          </a:xfrm>
          <a:prstGeom prst="rect">
            <a:avLst/>
          </a:prstGeom>
        </p:spPr>
        <p:txBody>
          <a:bodyPr anchor="t" rtlCol="false" tIns="0" lIns="0" bIns="0" rIns="0">
            <a:spAutoFit/>
          </a:bodyPr>
          <a:lstStyle/>
          <a:p>
            <a:pPr algn="r" marL="0" indent="0" lvl="0">
              <a:lnSpc>
                <a:spcPts val="9689"/>
              </a:lnSpc>
            </a:pPr>
            <a:r>
              <a:rPr lang="en-US" b="true" sz="8499" spc="-169">
                <a:solidFill>
                  <a:srgbClr val="4A44BD"/>
                </a:solidFill>
                <a:latin typeface="Be Vietnam Ultra-Bold"/>
                <a:ea typeface="Be Vietnam Ultra-Bold"/>
                <a:cs typeface="Be Vietnam Ultra-Bold"/>
                <a:sym typeface="Be Vietnam Ultra-Bold"/>
              </a:rPr>
              <a:t>Thư từ</a:t>
            </a:r>
          </a:p>
          <a:p>
            <a:pPr algn="r" marL="0" indent="0" lvl="0">
              <a:lnSpc>
                <a:spcPts val="9689"/>
              </a:lnSpc>
            </a:pPr>
            <a:r>
              <a:rPr lang="en-US" b="true" sz="8499" spc="-169">
                <a:solidFill>
                  <a:srgbClr val="4A44BD"/>
                </a:solidFill>
                <a:latin typeface="Be Vietnam Ultra-Bold"/>
                <a:ea typeface="Be Vietnam Ultra-Bold"/>
                <a:cs typeface="Be Vietnam Ultra-Bold"/>
                <a:sym typeface="Be Vietnam Ultra-Bold"/>
              </a:rPr>
              <a:t>Giám đốc</a:t>
            </a:r>
          </a:p>
          <a:p>
            <a:pPr algn="r" marL="0" indent="0" lvl="0">
              <a:lnSpc>
                <a:spcPts val="9689"/>
              </a:lnSpc>
            </a:pPr>
            <a:r>
              <a:rPr lang="en-US" b="true" sz="8499" spc="-169">
                <a:solidFill>
                  <a:srgbClr val="4A44BD"/>
                </a:solidFill>
                <a:latin typeface="Be Vietnam Ultra-Bold"/>
                <a:ea typeface="Be Vietnam Ultra-Bold"/>
                <a:cs typeface="Be Vietnam Ultra-Bold"/>
                <a:sym typeface="Be Vietnam Ultra-Bold"/>
              </a:rPr>
              <a:t>điều hành</a:t>
            </a:r>
          </a:p>
        </p:txBody>
      </p:sp>
      <p:sp>
        <p:nvSpPr>
          <p:cNvPr name="TextBox 17" id="17"/>
          <p:cNvSpPr txBox="true"/>
          <p:nvPr/>
        </p:nvSpPr>
        <p:spPr>
          <a:xfrm rot="0">
            <a:off x="12110117" y="1028700"/>
            <a:ext cx="5149183" cy="257175"/>
          </a:xfrm>
          <a:prstGeom prst="rect">
            <a:avLst/>
          </a:prstGeom>
        </p:spPr>
        <p:txBody>
          <a:bodyPr anchor="t" rtlCol="false" tIns="0" lIns="0" bIns="0" rIns="0">
            <a:spAutoFit/>
          </a:bodyPr>
          <a:lstStyle/>
          <a:p>
            <a:pPr algn="r" marL="0" indent="0" lvl="0">
              <a:lnSpc>
                <a:spcPts val="2039"/>
              </a:lnSpc>
            </a:pPr>
            <a:r>
              <a:rPr lang="en-US" b="true" sz="1699" spc="91">
                <a:solidFill>
                  <a:srgbClr val="4A44BD"/>
                </a:solidFill>
                <a:latin typeface="Open Sans Bold"/>
                <a:ea typeface="Open Sans Bold"/>
                <a:cs typeface="Open Sans Bold"/>
                <a:sym typeface="Open Sans Bold"/>
              </a:rPr>
              <a:t>BÀI THUYẾT TRÌNH BÁO CÁO THƯỜNG NIÊN</a:t>
            </a:r>
          </a:p>
        </p:txBody>
      </p:sp>
      <p:grpSp>
        <p:nvGrpSpPr>
          <p:cNvPr name="Group 18" id="18"/>
          <p:cNvGrpSpPr/>
          <p:nvPr/>
        </p:nvGrpSpPr>
        <p:grpSpPr>
          <a:xfrm rot="0">
            <a:off x="1624478" y="1633647"/>
            <a:ext cx="6510546" cy="4920902"/>
            <a:chOff x="0" y="0"/>
            <a:chExt cx="8680728" cy="6561203"/>
          </a:xfrm>
        </p:grpSpPr>
        <p:pic>
          <p:nvPicPr>
            <p:cNvPr name="Picture 19" id="19"/>
            <p:cNvPicPr>
              <a:picLocks noChangeAspect="true"/>
            </p:cNvPicPr>
            <p:nvPr/>
          </p:nvPicPr>
          <p:blipFill>
            <a:blip r:embed="rId3"/>
            <a:srcRect l="40123" t="13113" r="15253" b="36296"/>
            <a:stretch>
              <a:fillRect/>
            </a:stretch>
          </p:blipFill>
          <p:spPr>
            <a:xfrm flipH="false" flipV="false">
              <a:off x="0" y="0"/>
              <a:ext cx="8680728" cy="6561203"/>
            </a:xfrm>
            <a:prstGeom prst="rect">
              <a:avLst/>
            </a:prstGeom>
          </p:spPr>
        </p:pic>
      </p:grpSp>
      <p:grpSp>
        <p:nvGrpSpPr>
          <p:cNvPr name="Group 20" id="20"/>
          <p:cNvGrpSpPr/>
          <p:nvPr/>
        </p:nvGrpSpPr>
        <p:grpSpPr>
          <a:xfrm rot="0">
            <a:off x="1624478" y="7052971"/>
            <a:ext cx="4857420" cy="722100"/>
            <a:chOff x="0" y="0"/>
            <a:chExt cx="6476560" cy="962801"/>
          </a:xfrm>
        </p:grpSpPr>
        <p:sp>
          <p:nvSpPr>
            <p:cNvPr name="TextBox 21" id="21"/>
            <p:cNvSpPr txBox="true"/>
            <p:nvPr/>
          </p:nvSpPr>
          <p:spPr>
            <a:xfrm rot="0">
              <a:off x="0" y="384104"/>
              <a:ext cx="6476560" cy="578697"/>
            </a:xfrm>
            <a:prstGeom prst="rect">
              <a:avLst/>
            </a:prstGeom>
          </p:spPr>
          <p:txBody>
            <a:bodyPr anchor="t" rtlCol="false" tIns="0" lIns="0" bIns="0" rIns="0">
              <a:spAutoFit/>
            </a:bodyPr>
            <a:lstStyle/>
            <a:p>
              <a:pPr algn="l" marL="0" indent="0" lvl="0">
                <a:lnSpc>
                  <a:spcPts val="3639"/>
                </a:lnSpc>
              </a:pPr>
              <a:r>
                <a:rPr lang="en-US" b="true" sz="2599">
                  <a:solidFill>
                    <a:srgbClr val="4A44BD"/>
                  </a:solidFill>
                  <a:latin typeface="Open Sans Bold"/>
                  <a:ea typeface="Open Sans Bold"/>
                  <a:cs typeface="Open Sans Bold"/>
                  <a:sym typeface="Open Sans Bold"/>
                </a:rPr>
                <a:t>Viết tên vào đây</a:t>
              </a:r>
            </a:p>
          </p:txBody>
        </p:sp>
        <p:sp>
          <p:nvSpPr>
            <p:cNvPr name="TextBox 22" id="22"/>
            <p:cNvSpPr txBox="true"/>
            <p:nvPr/>
          </p:nvSpPr>
          <p:spPr>
            <a:xfrm rot="0">
              <a:off x="0" y="-28575"/>
              <a:ext cx="6476560" cy="333375"/>
            </a:xfrm>
            <a:prstGeom prst="rect">
              <a:avLst/>
            </a:prstGeom>
          </p:spPr>
          <p:txBody>
            <a:bodyPr anchor="t" rtlCol="false" tIns="0" lIns="0" bIns="0" rIns="0">
              <a:spAutoFit/>
            </a:bodyPr>
            <a:lstStyle/>
            <a:p>
              <a:pPr algn="l" marL="0" indent="0" lvl="0">
                <a:lnSpc>
                  <a:spcPts val="2100"/>
                </a:lnSpc>
              </a:pPr>
              <a:r>
                <a:rPr lang="en-US" sz="1500" spc="75">
                  <a:solidFill>
                    <a:srgbClr val="4A44BD"/>
                  </a:solidFill>
                  <a:latin typeface="Open Sans"/>
                  <a:ea typeface="Open Sans"/>
                  <a:cs typeface="Open Sans"/>
                  <a:sym typeface="Open Sans"/>
                </a:rPr>
                <a:t>VIẾT CHỨC DANH CÔNG VIỆC VÀO ĐÂY</a:t>
              </a:r>
            </a:p>
          </p:txBody>
        </p:sp>
      </p:grpSp>
      <p:sp>
        <p:nvSpPr>
          <p:cNvPr name="Freeform 23" id="23"/>
          <p:cNvSpPr/>
          <p:nvPr/>
        </p:nvSpPr>
        <p:spPr>
          <a:xfrm flipH="false" flipV="false" rot="0">
            <a:off x="7333525" y="7057416"/>
            <a:ext cx="801499" cy="801499"/>
          </a:xfrm>
          <a:custGeom>
            <a:avLst/>
            <a:gdLst/>
            <a:ahLst/>
            <a:cxnLst/>
            <a:rect r="r" b="b" t="t" l="l"/>
            <a:pathLst>
              <a:path h="801499" w="801499">
                <a:moveTo>
                  <a:pt x="0" y="0"/>
                </a:moveTo>
                <a:lnTo>
                  <a:pt x="801499" y="0"/>
                </a:lnTo>
                <a:lnTo>
                  <a:pt x="801499" y="801500"/>
                </a:lnTo>
                <a:lnTo>
                  <a:pt x="0" y="8015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2702" y="9268371"/>
            <a:ext cx="6486365" cy="1018629"/>
            <a:chOff x="0" y="0"/>
            <a:chExt cx="1708343" cy="268281"/>
          </a:xfrm>
        </p:grpSpPr>
        <p:sp>
          <p:nvSpPr>
            <p:cNvPr name="Freeform 3" id="3"/>
            <p:cNvSpPr/>
            <p:nvPr/>
          </p:nvSpPr>
          <p:spPr>
            <a:xfrm flipH="false" flipV="false" rot="0">
              <a:off x="0" y="0"/>
              <a:ext cx="1708343" cy="268281"/>
            </a:xfrm>
            <a:custGeom>
              <a:avLst/>
              <a:gdLst/>
              <a:ahLst/>
              <a:cxnLst/>
              <a:rect r="r" b="b" t="t" l="l"/>
              <a:pathLst>
                <a:path h="268281" w="1708343">
                  <a:moveTo>
                    <a:pt x="119357" y="0"/>
                  </a:moveTo>
                  <a:lnTo>
                    <a:pt x="1588986" y="0"/>
                  </a:lnTo>
                  <a:cubicBezTo>
                    <a:pt x="1654905" y="0"/>
                    <a:pt x="1708343" y="53438"/>
                    <a:pt x="1708343" y="119357"/>
                  </a:cubicBezTo>
                  <a:lnTo>
                    <a:pt x="1708343" y="148924"/>
                  </a:lnTo>
                  <a:cubicBezTo>
                    <a:pt x="1708343" y="180580"/>
                    <a:pt x="1695768" y="210938"/>
                    <a:pt x="1673384" y="233322"/>
                  </a:cubicBezTo>
                  <a:cubicBezTo>
                    <a:pt x="1651000" y="255706"/>
                    <a:pt x="1620642" y="268281"/>
                    <a:pt x="1588986" y="268281"/>
                  </a:cubicBezTo>
                  <a:lnTo>
                    <a:pt x="119357" y="268281"/>
                  </a:lnTo>
                  <a:cubicBezTo>
                    <a:pt x="53438" y="268281"/>
                    <a:pt x="0" y="214843"/>
                    <a:pt x="0" y="148924"/>
                  </a:cubicBezTo>
                  <a:lnTo>
                    <a:pt x="0" y="119357"/>
                  </a:lnTo>
                  <a:cubicBezTo>
                    <a:pt x="0" y="53438"/>
                    <a:pt x="53438" y="0"/>
                    <a:pt x="119357" y="0"/>
                  </a:cubicBezTo>
                  <a:close/>
                </a:path>
              </a:pathLst>
            </a:custGeom>
            <a:solidFill>
              <a:srgbClr val="C0E4F6"/>
            </a:solidFill>
          </p:spPr>
        </p:sp>
        <p:sp>
          <p:nvSpPr>
            <p:cNvPr name="TextBox 4" id="4"/>
            <p:cNvSpPr txBox="true"/>
            <p:nvPr/>
          </p:nvSpPr>
          <p:spPr>
            <a:xfrm>
              <a:off x="0" y="-28575"/>
              <a:ext cx="1708343" cy="296856"/>
            </a:xfrm>
            <a:prstGeom prst="rect">
              <a:avLst/>
            </a:prstGeom>
          </p:spPr>
          <p:txBody>
            <a:bodyPr anchor="ctr" rtlCol="false" tIns="50800" lIns="50800" bIns="50800" rIns="50800"/>
            <a:lstStyle/>
            <a:p>
              <a:pPr algn="ctr">
                <a:lnSpc>
                  <a:spcPts val="2100"/>
                </a:lnSpc>
              </a:pPr>
            </a:p>
          </p:txBody>
        </p:sp>
      </p:grpSp>
      <p:grpSp>
        <p:nvGrpSpPr>
          <p:cNvPr name="Group 5" id="5"/>
          <p:cNvGrpSpPr/>
          <p:nvPr/>
        </p:nvGrpSpPr>
        <p:grpSpPr>
          <a:xfrm rot="0">
            <a:off x="3310361" y="9681230"/>
            <a:ext cx="15903157" cy="640680"/>
            <a:chOff x="0" y="0"/>
            <a:chExt cx="4188486" cy="168739"/>
          </a:xfrm>
        </p:grpSpPr>
        <p:sp>
          <p:nvSpPr>
            <p:cNvPr name="Freeform 6" id="6"/>
            <p:cNvSpPr/>
            <p:nvPr/>
          </p:nvSpPr>
          <p:spPr>
            <a:xfrm flipH="false" flipV="false" rot="0">
              <a:off x="0" y="0"/>
              <a:ext cx="4188486" cy="168739"/>
            </a:xfrm>
            <a:custGeom>
              <a:avLst/>
              <a:gdLst/>
              <a:ahLst/>
              <a:cxnLst/>
              <a:rect r="r" b="b" t="t" l="l"/>
              <a:pathLst>
                <a:path h="168739" w="4188486">
                  <a:moveTo>
                    <a:pt x="203200" y="0"/>
                  </a:moveTo>
                  <a:lnTo>
                    <a:pt x="4188486" y="0"/>
                  </a:lnTo>
                  <a:lnTo>
                    <a:pt x="3985286" y="168739"/>
                  </a:lnTo>
                  <a:lnTo>
                    <a:pt x="0" y="168739"/>
                  </a:lnTo>
                  <a:lnTo>
                    <a:pt x="203200" y="0"/>
                  </a:lnTo>
                  <a:close/>
                </a:path>
              </a:pathLst>
            </a:custGeom>
            <a:solidFill>
              <a:srgbClr val="4A44BD"/>
            </a:solidFill>
          </p:spPr>
        </p:sp>
        <p:sp>
          <p:nvSpPr>
            <p:cNvPr name="TextBox 7" id="7"/>
            <p:cNvSpPr txBox="true"/>
            <p:nvPr/>
          </p:nvSpPr>
          <p:spPr>
            <a:xfrm>
              <a:off x="101600" y="-28575"/>
              <a:ext cx="3985286" cy="197314"/>
            </a:xfrm>
            <a:prstGeom prst="rect">
              <a:avLst/>
            </a:prstGeom>
          </p:spPr>
          <p:txBody>
            <a:bodyPr anchor="ctr" rtlCol="false" tIns="50800" lIns="50800" bIns="50800" rIns="50800"/>
            <a:lstStyle/>
            <a:p>
              <a:pPr algn="ctr">
                <a:lnSpc>
                  <a:spcPts val="2100"/>
                </a:lnSpc>
              </a:pPr>
            </a:p>
          </p:txBody>
        </p:sp>
      </p:grpSp>
      <p:sp>
        <p:nvSpPr>
          <p:cNvPr name="Freeform 8" id="8"/>
          <p:cNvSpPr/>
          <p:nvPr/>
        </p:nvSpPr>
        <p:spPr>
          <a:xfrm flipH="false" flipV="false" rot="-10800000">
            <a:off x="15124683" y="0"/>
            <a:ext cx="6326633" cy="3163317"/>
          </a:xfrm>
          <a:custGeom>
            <a:avLst/>
            <a:gdLst/>
            <a:ahLst/>
            <a:cxnLst/>
            <a:rect r="r" b="b" t="t" l="l"/>
            <a:pathLst>
              <a:path h="3163317" w="6326633">
                <a:moveTo>
                  <a:pt x="0" y="0"/>
                </a:moveTo>
                <a:lnTo>
                  <a:pt x="6326634" y="0"/>
                </a:lnTo>
                <a:lnTo>
                  <a:pt x="6326634" y="3163317"/>
                </a:lnTo>
                <a:lnTo>
                  <a:pt x="0" y="31633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a:grpSpLocks noChangeAspect="true"/>
          </p:cNvGrpSpPr>
          <p:nvPr/>
        </p:nvGrpSpPr>
        <p:grpSpPr>
          <a:xfrm rot="0">
            <a:off x="13503341" y="1028700"/>
            <a:ext cx="3755959" cy="7712950"/>
            <a:chOff x="0" y="0"/>
            <a:chExt cx="2847340" cy="5847080"/>
          </a:xfrm>
        </p:grpSpPr>
        <p:sp>
          <p:nvSpPr>
            <p:cNvPr name="Freeform 10" id="10"/>
            <p:cNvSpPr/>
            <p:nvPr/>
          </p:nvSpPr>
          <p:spPr>
            <a:xfrm flipH="false" flipV="false" rot="0">
              <a:off x="0" y="0"/>
              <a:ext cx="2847340" cy="5847080"/>
            </a:xfrm>
            <a:custGeom>
              <a:avLst/>
              <a:gdLst/>
              <a:ahLst/>
              <a:cxnLst/>
              <a:rect r="r" b="b" t="t" l="l"/>
              <a:pathLst>
                <a:path h="5847080" w="2847340">
                  <a:moveTo>
                    <a:pt x="2847340" y="5847080"/>
                  </a:moveTo>
                  <a:lnTo>
                    <a:pt x="0" y="5847080"/>
                  </a:lnTo>
                  <a:lnTo>
                    <a:pt x="0" y="0"/>
                  </a:lnTo>
                  <a:lnTo>
                    <a:pt x="1280160" y="0"/>
                  </a:lnTo>
                  <a:cubicBezTo>
                    <a:pt x="2146300" y="0"/>
                    <a:pt x="2847340" y="702310"/>
                    <a:pt x="2847340" y="1567180"/>
                  </a:cubicBezTo>
                  <a:lnTo>
                    <a:pt x="2847340" y="5847080"/>
                  </a:lnTo>
                  <a:close/>
                </a:path>
              </a:pathLst>
            </a:custGeom>
            <a:blipFill>
              <a:blip r:embed="rId4"/>
              <a:stretch>
                <a:fillRect l="-104014" t="0" r="-104014" b="0"/>
              </a:stretch>
            </a:blipFill>
          </p:spPr>
        </p:sp>
      </p:grpSp>
      <p:grpSp>
        <p:nvGrpSpPr>
          <p:cNvPr name="Group 11" id="11"/>
          <p:cNvGrpSpPr/>
          <p:nvPr/>
        </p:nvGrpSpPr>
        <p:grpSpPr>
          <a:xfrm rot="0">
            <a:off x="14004176" y="6705920"/>
            <a:ext cx="2778274" cy="1563937"/>
            <a:chOff x="0" y="0"/>
            <a:chExt cx="4118628" cy="2318445"/>
          </a:xfrm>
        </p:grpSpPr>
        <p:sp>
          <p:nvSpPr>
            <p:cNvPr name="Freeform 12" id="12"/>
            <p:cNvSpPr/>
            <p:nvPr/>
          </p:nvSpPr>
          <p:spPr>
            <a:xfrm flipH="false" flipV="false" rot="0">
              <a:off x="0" y="0"/>
              <a:ext cx="4118628" cy="2318445"/>
            </a:xfrm>
            <a:custGeom>
              <a:avLst/>
              <a:gdLst/>
              <a:ahLst/>
              <a:cxnLst/>
              <a:rect r="r" b="b" t="t" l="l"/>
              <a:pathLst>
                <a:path h="2318445" w="4118628">
                  <a:moveTo>
                    <a:pt x="83598" y="0"/>
                  </a:moveTo>
                  <a:lnTo>
                    <a:pt x="4035030" y="0"/>
                  </a:lnTo>
                  <a:cubicBezTo>
                    <a:pt x="4081200" y="0"/>
                    <a:pt x="4118628" y="37428"/>
                    <a:pt x="4118628" y="83598"/>
                  </a:cubicBezTo>
                  <a:lnTo>
                    <a:pt x="4118628" y="2234848"/>
                  </a:lnTo>
                  <a:cubicBezTo>
                    <a:pt x="4118628" y="2257019"/>
                    <a:pt x="4109820" y="2278282"/>
                    <a:pt x="4094142" y="2293960"/>
                  </a:cubicBezTo>
                  <a:cubicBezTo>
                    <a:pt x="4078465" y="2309638"/>
                    <a:pt x="4057202" y="2318445"/>
                    <a:pt x="4035030" y="2318445"/>
                  </a:cubicBezTo>
                  <a:lnTo>
                    <a:pt x="83598" y="2318445"/>
                  </a:lnTo>
                  <a:cubicBezTo>
                    <a:pt x="37428" y="2318445"/>
                    <a:pt x="0" y="2281017"/>
                    <a:pt x="0" y="2234848"/>
                  </a:cubicBezTo>
                  <a:lnTo>
                    <a:pt x="0" y="83598"/>
                  </a:lnTo>
                  <a:cubicBezTo>
                    <a:pt x="0" y="37428"/>
                    <a:pt x="37428" y="0"/>
                    <a:pt x="83598" y="0"/>
                  </a:cubicBezTo>
                  <a:close/>
                </a:path>
              </a:pathLst>
            </a:custGeom>
            <a:solidFill>
              <a:srgbClr val="FFFFFF"/>
            </a:solidFill>
            <a:ln cap="rnd">
              <a:noFill/>
              <a:prstDash val="sysDot"/>
              <a:round/>
            </a:ln>
          </p:spPr>
        </p:sp>
        <p:sp>
          <p:nvSpPr>
            <p:cNvPr name="TextBox 13" id="13"/>
            <p:cNvSpPr txBox="true"/>
            <p:nvPr/>
          </p:nvSpPr>
          <p:spPr>
            <a:xfrm>
              <a:off x="0" y="-38100"/>
              <a:ext cx="4118628" cy="2356545"/>
            </a:xfrm>
            <a:prstGeom prst="rect">
              <a:avLst/>
            </a:prstGeom>
          </p:spPr>
          <p:txBody>
            <a:bodyPr anchor="ctr" rtlCol="false" tIns="254000" lIns="254000" bIns="254000" rIns="254000"/>
            <a:lstStyle/>
            <a:p>
              <a:pPr algn="l">
                <a:lnSpc>
                  <a:spcPts val="1820"/>
                </a:lnSpc>
              </a:pPr>
              <a:r>
                <a:rPr lang="en-US" sz="1300">
                  <a:solidFill>
                    <a:srgbClr val="000000"/>
                  </a:solidFill>
                  <a:latin typeface="Open Sans"/>
                  <a:ea typeface="Open Sans"/>
                  <a:cs typeface="Open Sans"/>
                  <a:sym typeface="Open Sans"/>
                </a:rPr>
                <a:t>Kéo và thả ảnh hoặc video của bạn! Nhấp vào ảnh hoặc video mẫu và xóa. Chọn ảnh hoặc video của bạn từ tab tải lên, kéo và thả vào khung!</a:t>
              </a:r>
            </a:p>
          </p:txBody>
        </p:sp>
      </p:grpSp>
      <p:sp>
        <p:nvSpPr>
          <p:cNvPr name="TextBox 14" id="14"/>
          <p:cNvSpPr txBox="true"/>
          <p:nvPr/>
        </p:nvSpPr>
        <p:spPr>
          <a:xfrm rot="0">
            <a:off x="515811" y="9631953"/>
            <a:ext cx="2541534" cy="281940"/>
          </a:xfrm>
          <a:prstGeom prst="rect">
            <a:avLst/>
          </a:prstGeom>
        </p:spPr>
        <p:txBody>
          <a:bodyPr anchor="t" rtlCol="false" tIns="0" lIns="0" bIns="0" rIns="0">
            <a:spAutoFit/>
          </a:bodyPr>
          <a:lstStyle/>
          <a:p>
            <a:pPr algn="l" marL="0" indent="0" lvl="0">
              <a:lnSpc>
                <a:spcPts val="2340"/>
              </a:lnSpc>
              <a:spcBef>
                <a:spcPct val="0"/>
              </a:spcBef>
            </a:pPr>
            <a:r>
              <a:rPr lang="en-US" b="true" sz="1800" u="sng">
                <a:solidFill>
                  <a:srgbClr val="4A44BD"/>
                </a:solidFill>
                <a:latin typeface="Open Sans Bold"/>
                <a:ea typeface="Open Sans Bold"/>
                <a:cs typeface="Open Sans Bold"/>
                <a:sym typeface="Open Sans Bold"/>
                <a:hlinkClick r:id="rId5" action="ppaction://hlinksldjump"/>
              </a:rPr>
              <a:t>Trở lại Chương trình</a:t>
            </a:r>
          </a:p>
        </p:txBody>
      </p:sp>
      <p:sp>
        <p:nvSpPr>
          <p:cNvPr name="TextBox 15" id="15"/>
          <p:cNvSpPr txBox="true"/>
          <p:nvPr/>
        </p:nvSpPr>
        <p:spPr>
          <a:xfrm rot="0">
            <a:off x="1028700" y="2199543"/>
            <a:ext cx="11448237" cy="2393949"/>
          </a:xfrm>
          <a:prstGeom prst="rect">
            <a:avLst/>
          </a:prstGeom>
        </p:spPr>
        <p:txBody>
          <a:bodyPr anchor="t" rtlCol="false" tIns="0" lIns="0" bIns="0" rIns="0">
            <a:spAutoFit/>
          </a:bodyPr>
          <a:lstStyle/>
          <a:p>
            <a:pPr algn="l" marL="0" indent="0" lvl="0">
              <a:lnSpc>
                <a:spcPts val="9349"/>
              </a:lnSpc>
            </a:pPr>
            <a:r>
              <a:rPr lang="en-US" b="true" sz="8499" spc="-169">
                <a:solidFill>
                  <a:srgbClr val="4A44BD"/>
                </a:solidFill>
                <a:latin typeface="Be Vietnam Ultra-Bold"/>
                <a:ea typeface="Be Vietnam Ultra-Bold"/>
                <a:cs typeface="Be Vietnam Ultra-Bold"/>
                <a:sym typeface="Be Vietnam Ultra-Bold"/>
              </a:rPr>
              <a:t>Điểm nổi bật về</a:t>
            </a:r>
          </a:p>
          <a:p>
            <a:pPr algn="l" marL="0" indent="0" lvl="0">
              <a:lnSpc>
                <a:spcPts val="9349"/>
              </a:lnSpc>
            </a:pPr>
            <a:r>
              <a:rPr lang="en-US" b="true" sz="8499" spc="-169">
                <a:solidFill>
                  <a:srgbClr val="4A44BD"/>
                </a:solidFill>
                <a:latin typeface="Be Vietnam Ultra-Bold"/>
                <a:ea typeface="Be Vietnam Ultra-Bold"/>
                <a:cs typeface="Be Vietnam Ultra-Bold"/>
                <a:sym typeface="Be Vietnam Ultra-Bold"/>
              </a:rPr>
              <a:t>hoạt động và tài chính</a:t>
            </a:r>
          </a:p>
        </p:txBody>
      </p:sp>
      <p:grpSp>
        <p:nvGrpSpPr>
          <p:cNvPr name="Group 16" id="16"/>
          <p:cNvGrpSpPr/>
          <p:nvPr/>
        </p:nvGrpSpPr>
        <p:grpSpPr>
          <a:xfrm rot="0">
            <a:off x="1028700" y="6907362"/>
            <a:ext cx="10462556" cy="952322"/>
            <a:chOff x="0" y="0"/>
            <a:chExt cx="13950075" cy="1269763"/>
          </a:xfrm>
        </p:grpSpPr>
        <p:sp>
          <p:nvSpPr>
            <p:cNvPr name="TextBox 17" id="17"/>
            <p:cNvSpPr txBox="true"/>
            <p:nvPr/>
          </p:nvSpPr>
          <p:spPr>
            <a:xfrm rot="0">
              <a:off x="0" y="722605"/>
              <a:ext cx="13950075" cy="547158"/>
            </a:xfrm>
            <a:prstGeom prst="rect">
              <a:avLst/>
            </a:prstGeom>
          </p:spPr>
          <p:txBody>
            <a:bodyPr anchor="t" rtlCol="false" tIns="0" lIns="0" bIns="0" rIns="0">
              <a:spAutoFit/>
            </a:bodyPr>
            <a:lstStyle/>
            <a:p>
              <a:pPr algn="l">
                <a:lnSpc>
                  <a:spcPts val="3499"/>
                </a:lnSpc>
              </a:pPr>
              <a:r>
                <a:rPr lang="en-US" sz="2499">
                  <a:solidFill>
                    <a:srgbClr val="000000"/>
                  </a:solidFill>
                  <a:latin typeface="Open Sans"/>
                  <a:ea typeface="Open Sans"/>
                  <a:cs typeface="Open Sans"/>
                  <a:sym typeface="Open Sans"/>
                </a:rPr>
                <a:t>Liệt kê những thành tựu thành công của công ty bạn tại đây</a:t>
              </a:r>
            </a:p>
          </p:txBody>
        </p:sp>
        <p:sp>
          <p:nvSpPr>
            <p:cNvPr name="TextBox 18" id="18"/>
            <p:cNvSpPr txBox="true"/>
            <p:nvPr/>
          </p:nvSpPr>
          <p:spPr>
            <a:xfrm rot="0">
              <a:off x="0" y="-57150"/>
              <a:ext cx="13950075" cy="578697"/>
            </a:xfrm>
            <a:prstGeom prst="rect">
              <a:avLst/>
            </a:prstGeom>
          </p:spPr>
          <p:txBody>
            <a:bodyPr anchor="t" rtlCol="false" tIns="0" lIns="0" bIns="0" rIns="0">
              <a:spAutoFit/>
            </a:bodyPr>
            <a:lstStyle/>
            <a:p>
              <a:pPr algn="l" marL="0" indent="0" lvl="0">
                <a:lnSpc>
                  <a:spcPts val="3639"/>
                </a:lnSpc>
              </a:pPr>
              <a:r>
                <a:rPr lang="en-US" b="true" sz="2599">
                  <a:solidFill>
                    <a:srgbClr val="4A44BD"/>
                  </a:solidFill>
                  <a:latin typeface="Open Sans Bold"/>
                  <a:ea typeface="Open Sans Bold"/>
                  <a:cs typeface="Open Sans Bold"/>
                  <a:sym typeface="Open Sans Bold"/>
                </a:rPr>
                <a:t>Điểm nổi bật về hoạt động</a:t>
              </a:r>
            </a:p>
          </p:txBody>
        </p:sp>
      </p:grpSp>
      <p:sp>
        <p:nvSpPr>
          <p:cNvPr name="TextBox 19" id="19"/>
          <p:cNvSpPr txBox="true"/>
          <p:nvPr/>
        </p:nvSpPr>
        <p:spPr>
          <a:xfrm rot="0">
            <a:off x="1028700" y="1028700"/>
            <a:ext cx="5916277" cy="257175"/>
          </a:xfrm>
          <a:prstGeom prst="rect">
            <a:avLst/>
          </a:prstGeom>
        </p:spPr>
        <p:txBody>
          <a:bodyPr anchor="t" rtlCol="false" tIns="0" lIns="0" bIns="0" rIns="0">
            <a:spAutoFit/>
          </a:bodyPr>
          <a:lstStyle/>
          <a:p>
            <a:pPr algn="l" marL="0" indent="0" lvl="0">
              <a:lnSpc>
                <a:spcPts val="2039"/>
              </a:lnSpc>
            </a:pPr>
            <a:r>
              <a:rPr lang="en-US" b="true" sz="1699" spc="91">
                <a:solidFill>
                  <a:srgbClr val="4A44BD"/>
                </a:solidFill>
                <a:latin typeface="Open Sans Bold"/>
                <a:ea typeface="Open Sans Bold"/>
                <a:cs typeface="Open Sans Bold"/>
                <a:sym typeface="Open Sans Bold"/>
              </a:rPr>
              <a:t>BÀI THUYẾT TRÌNH BÁO CÁO THƯỜNG NIÊN</a:t>
            </a:r>
          </a:p>
        </p:txBody>
      </p:sp>
      <p:sp>
        <p:nvSpPr>
          <p:cNvPr name="AutoShape 20" id="20"/>
          <p:cNvSpPr/>
          <p:nvPr/>
        </p:nvSpPr>
        <p:spPr>
          <a:xfrm rot="0">
            <a:off x="1028700" y="5717226"/>
            <a:ext cx="987500" cy="0"/>
          </a:xfrm>
          <a:prstGeom prst="line">
            <a:avLst/>
          </a:prstGeom>
          <a:ln cap="flat" w="28575">
            <a:solidFill>
              <a:srgbClr val="C0E4F6"/>
            </a:solidFill>
            <a:prstDash val="solid"/>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2702" y="9268371"/>
            <a:ext cx="6486365" cy="1018629"/>
            <a:chOff x="0" y="0"/>
            <a:chExt cx="1708343" cy="268281"/>
          </a:xfrm>
        </p:grpSpPr>
        <p:sp>
          <p:nvSpPr>
            <p:cNvPr name="Freeform 3" id="3"/>
            <p:cNvSpPr/>
            <p:nvPr/>
          </p:nvSpPr>
          <p:spPr>
            <a:xfrm flipH="false" flipV="false" rot="0">
              <a:off x="0" y="0"/>
              <a:ext cx="1708343" cy="268281"/>
            </a:xfrm>
            <a:custGeom>
              <a:avLst/>
              <a:gdLst/>
              <a:ahLst/>
              <a:cxnLst/>
              <a:rect r="r" b="b" t="t" l="l"/>
              <a:pathLst>
                <a:path h="268281" w="1708343">
                  <a:moveTo>
                    <a:pt x="119357" y="0"/>
                  </a:moveTo>
                  <a:lnTo>
                    <a:pt x="1588986" y="0"/>
                  </a:lnTo>
                  <a:cubicBezTo>
                    <a:pt x="1654905" y="0"/>
                    <a:pt x="1708343" y="53438"/>
                    <a:pt x="1708343" y="119357"/>
                  </a:cubicBezTo>
                  <a:lnTo>
                    <a:pt x="1708343" y="148924"/>
                  </a:lnTo>
                  <a:cubicBezTo>
                    <a:pt x="1708343" y="180580"/>
                    <a:pt x="1695768" y="210938"/>
                    <a:pt x="1673384" y="233322"/>
                  </a:cubicBezTo>
                  <a:cubicBezTo>
                    <a:pt x="1651000" y="255706"/>
                    <a:pt x="1620642" y="268281"/>
                    <a:pt x="1588986" y="268281"/>
                  </a:cubicBezTo>
                  <a:lnTo>
                    <a:pt x="119357" y="268281"/>
                  </a:lnTo>
                  <a:cubicBezTo>
                    <a:pt x="53438" y="268281"/>
                    <a:pt x="0" y="214843"/>
                    <a:pt x="0" y="148924"/>
                  </a:cubicBezTo>
                  <a:lnTo>
                    <a:pt x="0" y="119357"/>
                  </a:lnTo>
                  <a:cubicBezTo>
                    <a:pt x="0" y="53438"/>
                    <a:pt x="53438" y="0"/>
                    <a:pt x="119357" y="0"/>
                  </a:cubicBezTo>
                  <a:close/>
                </a:path>
              </a:pathLst>
            </a:custGeom>
            <a:solidFill>
              <a:srgbClr val="C0E4F6"/>
            </a:solidFill>
          </p:spPr>
        </p:sp>
        <p:sp>
          <p:nvSpPr>
            <p:cNvPr name="TextBox 4" id="4"/>
            <p:cNvSpPr txBox="true"/>
            <p:nvPr/>
          </p:nvSpPr>
          <p:spPr>
            <a:xfrm>
              <a:off x="0" y="-28575"/>
              <a:ext cx="1708343" cy="296856"/>
            </a:xfrm>
            <a:prstGeom prst="rect">
              <a:avLst/>
            </a:prstGeom>
          </p:spPr>
          <p:txBody>
            <a:bodyPr anchor="ctr" rtlCol="false" tIns="50800" lIns="50800" bIns="50800" rIns="50800"/>
            <a:lstStyle/>
            <a:p>
              <a:pPr algn="ctr">
                <a:lnSpc>
                  <a:spcPts val="2100"/>
                </a:lnSpc>
              </a:pPr>
            </a:p>
          </p:txBody>
        </p:sp>
      </p:grpSp>
      <p:grpSp>
        <p:nvGrpSpPr>
          <p:cNvPr name="Group 5" id="5"/>
          <p:cNvGrpSpPr/>
          <p:nvPr/>
        </p:nvGrpSpPr>
        <p:grpSpPr>
          <a:xfrm rot="0">
            <a:off x="3310361" y="9681230"/>
            <a:ext cx="15903157" cy="640680"/>
            <a:chOff x="0" y="0"/>
            <a:chExt cx="4188486" cy="168739"/>
          </a:xfrm>
        </p:grpSpPr>
        <p:sp>
          <p:nvSpPr>
            <p:cNvPr name="Freeform 6" id="6"/>
            <p:cNvSpPr/>
            <p:nvPr/>
          </p:nvSpPr>
          <p:spPr>
            <a:xfrm flipH="false" flipV="false" rot="0">
              <a:off x="0" y="0"/>
              <a:ext cx="4188486" cy="168739"/>
            </a:xfrm>
            <a:custGeom>
              <a:avLst/>
              <a:gdLst/>
              <a:ahLst/>
              <a:cxnLst/>
              <a:rect r="r" b="b" t="t" l="l"/>
              <a:pathLst>
                <a:path h="168739" w="4188486">
                  <a:moveTo>
                    <a:pt x="203200" y="0"/>
                  </a:moveTo>
                  <a:lnTo>
                    <a:pt x="4188486" y="0"/>
                  </a:lnTo>
                  <a:lnTo>
                    <a:pt x="3985286" y="168739"/>
                  </a:lnTo>
                  <a:lnTo>
                    <a:pt x="0" y="168739"/>
                  </a:lnTo>
                  <a:lnTo>
                    <a:pt x="203200" y="0"/>
                  </a:lnTo>
                  <a:close/>
                </a:path>
              </a:pathLst>
            </a:custGeom>
            <a:solidFill>
              <a:srgbClr val="4A44BD"/>
            </a:solidFill>
          </p:spPr>
        </p:sp>
        <p:sp>
          <p:nvSpPr>
            <p:cNvPr name="TextBox 7" id="7"/>
            <p:cNvSpPr txBox="true"/>
            <p:nvPr/>
          </p:nvSpPr>
          <p:spPr>
            <a:xfrm>
              <a:off x="101600" y="-28575"/>
              <a:ext cx="3985286" cy="197314"/>
            </a:xfrm>
            <a:prstGeom prst="rect">
              <a:avLst/>
            </a:prstGeom>
          </p:spPr>
          <p:txBody>
            <a:bodyPr anchor="ctr" rtlCol="false" tIns="50800" lIns="50800" bIns="50800" rIns="50800"/>
            <a:lstStyle/>
            <a:p>
              <a:pPr algn="ctr">
                <a:lnSpc>
                  <a:spcPts val="2100"/>
                </a:lnSpc>
              </a:pPr>
            </a:p>
          </p:txBody>
        </p:sp>
      </p:grpSp>
      <p:grpSp>
        <p:nvGrpSpPr>
          <p:cNvPr name="Group 8" id="8"/>
          <p:cNvGrpSpPr/>
          <p:nvPr/>
        </p:nvGrpSpPr>
        <p:grpSpPr>
          <a:xfrm rot="-5400000">
            <a:off x="2482638" y="2418506"/>
            <a:ext cx="1857420" cy="4765296"/>
            <a:chOff x="0" y="0"/>
            <a:chExt cx="4224020" cy="10836915"/>
          </a:xfrm>
        </p:grpSpPr>
        <p:sp>
          <p:nvSpPr>
            <p:cNvPr name="Freeform 9" id="9"/>
            <p:cNvSpPr/>
            <p:nvPr/>
          </p:nvSpPr>
          <p:spPr>
            <a:xfrm flipH="false" flipV="false" rot="0">
              <a:off x="0" y="0"/>
              <a:ext cx="4224020" cy="10836915"/>
            </a:xfrm>
            <a:custGeom>
              <a:avLst/>
              <a:gdLst/>
              <a:ahLst/>
              <a:cxnLst/>
              <a:rect r="r" b="b" t="t" l="l"/>
              <a:pathLst>
                <a:path h="10836915" w="4224020">
                  <a:moveTo>
                    <a:pt x="4224020" y="10836915"/>
                  </a:moveTo>
                  <a:lnTo>
                    <a:pt x="2441575" y="10836915"/>
                  </a:lnTo>
                  <a:cubicBezTo>
                    <a:pt x="1093089" y="10836915"/>
                    <a:pt x="0" y="9743826"/>
                    <a:pt x="0" y="8395340"/>
                  </a:cubicBezTo>
                  <a:lnTo>
                    <a:pt x="0" y="0"/>
                  </a:lnTo>
                  <a:lnTo>
                    <a:pt x="1782445" y="0"/>
                  </a:lnTo>
                  <a:cubicBezTo>
                    <a:pt x="3130931" y="0"/>
                    <a:pt x="4224020" y="1093089"/>
                    <a:pt x="4224020" y="2441575"/>
                  </a:cubicBezTo>
                  <a:lnTo>
                    <a:pt x="4224020" y="10836915"/>
                  </a:lnTo>
                  <a:close/>
                </a:path>
              </a:pathLst>
            </a:custGeom>
            <a:solidFill>
              <a:srgbClr val="C0E4F6"/>
            </a:solidFill>
          </p:spPr>
        </p:sp>
      </p:grpSp>
      <p:sp>
        <p:nvSpPr>
          <p:cNvPr name="TextBox 10" id="10"/>
          <p:cNvSpPr txBox="true"/>
          <p:nvPr/>
        </p:nvSpPr>
        <p:spPr>
          <a:xfrm rot="0">
            <a:off x="515811" y="9631953"/>
            <a:ext cx="2541534" cy="281940"/>
          </a:xfrm>
          <a:prstGeom prst="rect">
            <a:avLst/>
          </a:prstGeom>
        </p:spPr>
        <p:txBody>
          <a:bodyPr anchor="t" rtlCol="false" tIns="0" lIns="0" bIns="0" rIns="0">
            <a:spAutoFit/>
          </a:bodyPr>
          <a:lstStyle/>
          <a:p>
            <a:pPr algn="l" marL="0" indent="0" lvl="0">
              <a:lnSpc>
                <a:spcPts val="2340"/>
              </a:lnSpc>
              <a:spcBef>
                <a:spcPct val="0"/>
              </a:spcBef>
            </a:pPr>
            <a:r>
              <a:rPr lang="en-US" b="true" sz="1800" u="sng">
                <a:solidFill>
                  <a:srgbClr val="4A44BD"/>
                </a:solidFill>
                <a:latin typeface="Open Sans Bold"/>
                <a:ea typeface="Open Sans Bold"/>
                <a:cs typeface="Open Sans Bold"/>
                <a:sym typeface="Open Sans Bold"/>
                <a:hlinkClick r:id="rId2" action="ppaction://hlinksldjump"/>
              </a:rPr>
              <a:t>Trở lại Chương trình</a:t>
            </a:r>
          </a:p>
        </p:txBody>
      </p:sp>
      <p:sp>
        <p:nvSpPr>
          <p:cNvPr name="TextBox 11" id="11"/>
          <p:cNvSpPr txBox="true"/>
          <p:nvPr/>
        </p:nvSpPr>
        <p:spPr>
          <a:xfrm rot="0">
            <a:off x="1614675" y="4422694"/>
            <a:ext cx="3593345" cy="804545"/>
          </a:xfrm>
          <a:prstGeom prst="rect">
            <a:avLst/>
          </a:prstGeom>
        </p:spPr>
        <p:txBody>
          <a:bodyPr anchor="t" rtlCol="false" tIns="0" lIns="0" bIns="0" rIns="0">
            <a:spAutoFit/>
          </a:bodyPr>
          <a:lstStyle/>
          <a:p>
            <a:pPr algn="ctr" marL="0" indent="0" lvl="0">
              <a:lnSpc>
                <a:spcPts val="6160"/>
              </a:lnSpc>
            </a:pPr>
            <a:r>
              <a:rPr lang="en-US" b="true" sz="5600" spc="-112">
                <a:solidFill>
                  <a:srgbClr val="4A44BD"/>
                </a:solidFill>
                <a:latin typeface="Be Vietnam Ultra-Bold"/>
                <a:ea typeface="Be Vietnam Ultra-Bold"/>
                <a:cs typeface="Be Vietnam Ultra-Bold"/>
                <a:sym typeface="Be Vietnam Ultra-Bold"/>
              </a:rPr>
              <a:t>7/7</a:t>
            </a:r>
          </a:p>
        </p:txBody>
      </p:sp>
      <p:sp>
        <p:nvSpPr>
          <p:cNvPr name="TextBox 12" id="12"/>
          <p:cNvSpPr txBox="true"/>
          <p:nvPr/>
        </p:nvSpPr>
        <p:spPr>
          <a:xfrm rot="0">
            <a:off x="1028700" y="6146980"/>
            <a:ext cx="4765296" cy="905510"/>
          </a:xfrm>
          <a:prstGeom prst="rect">
            <a:avLst/>
          </a:prstGeom>
        </p:spPr>
        <p:txBody>
          <a:bodyPr anchor="t" rtlCol="false" tIns="0" lIns="0" bIns="0" rIns="0">
            <a:spAutoFit/>
          </a:bodyPr>
          <a:lstStyle/>
          <a:p>
            <a:pPr algn="ctr">
              <a:lnSpc>
                <a:spcPts val="3639"/>
              </a:lnSpc>
            </a:pPr>
            <a:r>
              <a:rPr lang="en-US" sz="2599">
                <a:solidFill>
                  <a:srgbClr val="000000"/>
                </a:solidFill>
                <a:latin typeface="Open Sans"/>
                <a:ea typeface="Open Sans"/>
                <a:cs typeface="Open Sans"/>
                <a:sym typeface="Open Sans"/>
              </a:rPr>
              <a:t>Hãy trình bày chi tiết hơn về điểm nổi bật về tài chính.</a:t>
            </a:r>
          </a:p>
        </p:txBody>
      </p:sp>
      <p:grpSp>
        <p:nvGrpSpPr>
          <p:cNvPr name="Group 13" id="13"/>
          <p:cNvGrpSpPr/>
          <p:nvPr/>
        </p:nvGrpSpPr>
        <p:grpSpPr>
          <a:xfrm rot="-5400000">
            <a:off x="8215290" y="2418506"/>
            <a:ext cx="1857420" cy="4765296"/>
            <a:chOff x="0" y="0"/>
            <a:chExt cx="4224020" cy="10836915"/>
          </a:xfrm>
        </p:grpSpPr>
        <p:sp>
          <p:nvSpPr>
            <p:cNvPr name="Freeform 14" id="14"/>
            <p:cNvSpPr/>
            <p:nvPr/>
          </p:nvSpPr>
          <p:spPr>
            <a:xfrm flipH="false" flipV="false" rot="0">
              <a:off x="0" y="0"/>
              <a:ext cx="4224020" cy="10836915"/>
            </a:xfrm>
            <a:custGeom>
              <a:avLst/>
              <a:gdLst/>
              <a:ahLst/>
              <a:cxnLst/>
              <a:rect r="r" b="b" t="t" l="l"/>
              <a:pathLst>
                <a:path h="10836915" w="4224020">
                  <a:moveTo>
                    <a:pt x="4224020" y="10836915"/>
                  </a:moveTo>
                  <a:lnTo>
                    <a:pt x="2441575" y="10836915"/>
                  </a:lnTo>
                  <a:cubicBezTo>
                    <a:pt x="1093089" y="10836915"/>
                    <a:pt x="0" y="9743826"/>
                    <a:pt x="0" y="8395340"/>
                  </a:cubicBezTo>
                  <a:lnTo>
                    <a:pt x="0" y="0"/>
                  </a:lnTo>
                  <a:lnTo>
                    <a:pt x="1782445" y="0"/>
                  </a:lnTo>
                  <a:cubicBezTo>
                    <a:pt x="3130931" y="0"/>
                    <a:pt x="4224020" y="1093089"/>
                    <a:pt x="4224020" y="2441575"/>
                  </a:cubicBezTo>
                  <a:lnTo>
                    <a:pt x="4224020" y="10836915"/>
                  </a:lnTo>
                  <a:close/>
                </a:path>
              </a:pathLst>
            </a:custGeom>
            <a:solidFill>
              <a:srgbClr val="C0E4F6"/>
            </a:solidFill>
          </p:spPr>
        </p:sp>
      </p:grpSp>
      <p:grpSp>
        <p:nvGrpSpPr>
          <p:cNvPr name="Group 15" id="15"/>
          <p:cNvGrpSpPr/>
          <p:nvPr/>
        </p:nvGrpSpPr>
        <p:grpSpPr>
          <a:xfrm rot="-5400000">
            <a:off x="13947942" y="2418506"/>
            <a:ext cx="1857420" cy="4765296"/>
            <a:chOff x="0" y="0"/>
            <a:chExt cx="4224020" cy="10836915"/>
          </a:xfrm>
        </p:grpSpPr>
        <p:sp>
          <p:nvSpPr>
            <p:cNvPr name="Freeform 16" id="16"/>
            <p:cNvSpPr/>
            <p:nvPr/>
          </p:nvSpPr>
          <p:spPr>
            <a:xfrm flipH="false" flipV="false" rot="0">
              <a:off x="0" y="0"/>
              <a:ext cx="4224020" cy="10836915"/>
            </a:xfrm>
            <a:custGeom>
              <a:avLst/>
              <a:gdLst/>
              <a:ahLst/>
              <a:cxnLst/>
              <a:rect r="r" b="b" t="t" l="l"/>
              <a:pathLst>
                <a:path h="10836915" w="4224020">
                  <a:moveTo>
                    <a:pt x="4224020" y="10836915"/>
                  </a:moveTo>
                  <a:lnTo>
                    <a:pt x="2441575" y="10836915"/>
                  </a:lnTo>
                  <a:cubicBezTo>
                    <a:pt x="1093089" y="10836915"/>
                    <a:pt x="0" y="9743826"/>
                    <a:pt x="0" y="8395340"/>
                  </a:cubicBezTo>
                  <a:lnTo>
                    <a:pt x="0" y="0"/>
                  </a:lnTo>
                  <a:lnTo>
                    <a:pt x="1782445" y="0"/>
                  </a:lnTo>
                  <a:cubicBezTo>
                    <a:pt x="3130931" y="0"/>
                    <a:pt x="4224020" y="1093089"/>
                    <a:pt x="4224020" y="2441575"/>
                  </a:cubicBezTo>
                  <a:lnTo>
                    <a:pt x="4224020" y="10836915"/>
                  </a:lnTo>
                  <a:close/>
                </a:path>
              </a:pathLst>
            </a:custGeom>
            <a:solidFill>
              <a:srgbClr val="C0E4F6"/>
            </a:solidFill>
          </p:spPr>
        </p:sp>
      </p:grpSp>
      <p:sp>
        <p:nvSpPr>
          <p:cNvPr name="TextBox 17" id="17"/>
          <p:cNvSpPr txBox="true"/>
          <p:nvPr/>
        </p:nvSpPr>
        <p:spPr>
          <a:xfrm rot="0">
            <a:off x="7347327" y="4422694"/>
            <a:ext cx="3593345" cy="804545"/>
          </a:xfrm>
          <a:prstGeom prst="rect">
            <a:avLst/>
          </a:prstGeom>
        </p:spPr>
        <p:txBody>
          <a:bodyPr anchor="t" rtlCol="false" tIns="0" lIns="0" bIns="0" rIns="0">
            <a:spAutoFit/>
          </a:bodyPr>
          <a:lstStyle/>
          <a:p>
            <a:pPr algn="ctr" marL="0" indent="0" lvl="0">
              <a:lnSpc>
                <a:spcPts val="6160"/>
              </a:lnSpc>
            </a:pPr>
            <a:r>
              <a:rPr lang="en-US" b="true" sz="5600" spc="-112">
                <a:solidFill>
                  <a:srgbClr val="4A44BD"/>
                </a:solidFill>
                <a:latin typeface="Be Vietnam Ultra-Bold"/>
                <a:ea typeface="Be Vietnam Ultra-Bold"/>
                <a:cs typeface="Be Vietnam Ultra-Bold"/>
                <a:sym typeface="Be Vietnam Ultra-Bold"/>
              </a:rPr>
              <a:t>100%</a:t>
            </a:r>
          </a:p>
        </p:txBody>
      </p:sp>
      <p:sp>
        <p:nvSpPr>
          <p:cNvPr name="TextBox 18" id="18"/>
          <p:cNvSpPr txBox="true"/>
          <p:nvPr/>
        </p:nvSpPr>
        <p:spPr>
          <a:xfrm rot="0">
            <a:off x="13079979" y="4422694"/>
            <a:ext cx="3593345" cy="804545"/>
          </a:xfrm>
          <a:prstGeom prst="rect">
            <a:avLst/>
          </a:prstGeom>
        </p:spPr>
        <p:txBody>
          <a:bodyPr anchor="t" rtlCol="false" tIns="0" lIns="0" bIns="0" rIns="0">
            <a:spAutoFit/>
          </a:bodyPr>
          <a:lstStyle/>
          <a:p>
            <a:pPr algn="ctr" marL="0" indent="0" lvl="0">
              <a:lnSpc>
                <a:spcPts val="6160"/>
              </a:lnSpc>
            </a:pPr>
            <a:r>
              <a:rPr lang="en-US" b="true" sz="5600" spc="-112">
                <a:solidFill>
                  <a:srgbClr val="4A44BD"/>
                </a:solidFill>
                <a:latin typeface="Be Vietnam Ultra-Bold"/>
                <a:ea typeface="Be Vietnam Ultra-Bold"/>
                <a:cs typeface="Be Vietnam Ultra-Bold"/>
                <a:sym typeface="Be Vietnam Ultra-Bold"/>
              </a:rPr>
              <a:t>7 triệu</a:t>
            </a:r>
          </a:p>
        </p:txBody>
      </p:sp>
      <p:sp>
        <p:nvSpPr>
          <p:cNvPr name="TextBox 19" id="19"/>
          <p:cNvSpPr txBox="true"/>
          <p:nvPr/>
        </p:nvSpPr>
        <p:spPr>
          <a:xfrm rot="0">
            <a:off x="6761352" y="6146980"/>
            <a:ext cx="4765296" cy="905510"/>
          </a:xfrm>
          <a:prstGeom prst="rect">
            <a:avLst/>
          </a:prstGeom>
        </p:spPr>
        <p:txBody>
          <a:bodyPr anchor="t" rtlCol="false" tIns="0" lIns="0" bIns="0" rIns="0">
            <a:spAutoFit/>
          </a:bodyPr>
          <a:lstStyle/>
          <a:p>
            <a:pPr algn="ctr">
              <a:lnSpc>
                <a:spcPts val="3639"/>
              </a:lnSpc>
            </a:pPr>
            <a:r>
              <a:rPr lang="en-US" sz="2599">
                <a:solidFill>
                  <a:srgbClr val="000000"/>
                </a:solidFill>
                <a:latin typeface="Open Sans"/>
                <a:ea typeface="Open Sans"/>
                <a:cs typeface="Open Sans"/>
                <a:sym typeface="Open Sans"/>
              </a:rPr>
              <a:t>Hãy trình bày chi tiết hơn về điểm nổi bật về tài chính.</a:t>
            </a:r>
          </a:p>
        </p:txBody>
      </p:sp>
      <p:sp>
        <p:nvSpPr>
          <p:cNvPr name="TextBox 20" id="20"/>
          <p:cNvSpPr txBox="true"/>
          <p:nvPr/>
        </p:nvSpPr>
        <p:spPr>
          <a:xfrm rot="0">
            <a:off x="12494004" y="6146980"/>
            <a:ext cx="4765296" cy="905510"/>
          </a:xfrm>
          <a:prstGeom prst="rect">
            <a:avLst/>
          </a:prstGeom>
        </p:spPr>
        <p:txBody>
          <a:bodyPr anchor="t" rtlCol="false" tIns="0" lIns="0" bIns="0" rIns="0">
            <a:spAutoFit/>
          </a:bodyPr>
          <a:lstStyle/>
          <a:p>
            <a:pPr algn="ctr">
              <a:lnSpc>
                <a:spcPts val="3639"/>
              </a:lnSpc>
            </a:pPr>
            <a:r>
              <a:rPr lang="en-US" sz="2599">
                <a:solidFill>
                  <a:srgbClr val="000000"/>
                </a:solidFill>
                <a:latin typeface="Open Sans"/>
                <a:ea typeface="Open Sans"/>
                <a:cs typeface="Open Sans"/>
                <a:sym typeface="Open Sans"/>
              </a:rPr>
              <a:t>Hãy trình bày chi tiết hơn về điểm nổi bật về tài chính.</a:t>
            </a:r>
          </a:p>
        </p:txBody>
      </p:sp>
      <p:grpSp>
        <p:nvGrpSpPr>
          <p:cNvPr name="Group 21" id="21"/>
          <p:cNvGrpSpPr/>
          <p:nvPr/>
        </p:nvGrpSpPr>
        <p:grpSpPr>
          <a:xfrm rot="0">
            <a:off x="1031087" y="1028700"/>
            <a:ext cx="3038787" cy="627863"/>
            <a:chOff x="0" y="0"/>
            <a:chExt cx="4051716" cy="837151"/>
          </a:xfrm>
        </p:grpSpPr>
        <p:sp>
          <p:nvSpPr>
            <p:cNvPr name="TextBox 22" id="22"/>
            <p:cNvSpPr txBox="true"/>
            <p:nvPr/>
          </p:nvSpPr>
          <p:spPr>
            <a:xfrm rot="0">
              <a:off x="1067652" y="77882"/>
              <a:ext cx="2984064" cy="751887"/>
            </a:xfrm>
            <a:prstGeom prst="rect">
              <a:avLst/>
            </a:prstGeom>
          </p:spPr>
          <p:txBody>
            <a:bodyPr anchor="t" rtlCol="false" tIns="0" lIns="0" bIns="0" rIns="0">
              <a:spAutoFit/>
            </a:bodyPr>
            <a:lstStyle/>
            <a:p>
              <a:pPr algn="l" marL="0" indent="0" lvl="0">
                <a:lnSpc>
                  <a:spcPts val="2230"/>
                </a:lnSpc>
              </a:pPr>
              <a:r>
                <a:rPr lang="en-US" b="true" sz="2027">
                  <a:solidFill>
                    <a:srgbClr val="4A44BD"/>
                  </a:solidFill>
                  <a:latin typeface="Be Vietnam Ultra-Bold"/>
                  <a:ea typeface="Be Vietnam Ultra-Bold"/>
                  <a:cs typeface="Be Vietnam Ultra-Bold"/>
                  <a:sym typeface="Be Vietnam Ultra-Bold"/>
                </a:rPr>
                <a:t>THÊM TÊN</a:t>
              </a:r>
            </a:p>
            <a:p>
              <a:pPr algn="l" marL="0" indent="0" lvl="0">
                <a:lnSpc>
                  <a:spcPts val="2230"/>
                </a:lnSpc>
              </a:pPr>
              <a:r>
                <a:rPr lang="en-US" b="true" sz="2027">
                  <a:solidFill>
                    <a:srgbClr val="4A44BD"/>
                  </a:solidFill>
                  <a:latin typeface="Be Vietnam Ultra-Bold"/>
                  <a:ea typeface="Be Vietnam Ultra-Bold"/>
                  <a:cs typeface="Be Vietnam Ultra-Bold"/>
                  <a:sym typeface="Be Vietnam Ultra-Bold"/>
                </a:rPr>
                <a:t>CÔNG TY</a:t>
              </a:r>
            </a:p>
          </p:txBody>
        </p:sp>
        <p:sp>
          <p:nvSpPr>
            <p:cNvPr name="Freeform 23" id="23"/>
            <p:cNvSpPr/>
            <p:nvPr/>
          </p:nvSpPr>
          <p:spPr>
            <a:xfrm flipH="false" flipV="false" rot="0">
              <a:off x="0" y="0"/>
              <a:ext cx="837151" cy="837151"/>
            </a:xfrm>
            <a:custGeom>
              <a:avLst/>
              <a:gdLst/>
              <a:ahLst/>
              <a:cxnLst/>
              <a:rect r="r" b="b" t="t" l="l"/>
              <a:pathLst>
                <a:path h="837151" w="837151">
                  <a:moveTo>
                    <a:pt x="0" y="0"/>
                  </a:moveTo>
                  <a:lnTo>
                    <a:pt x="837151" y="0"/>
                  </a:lnTo>
                  <a:lnTo>
                    <a:pt x="837151" y="837151"/>
                  </a:lnTo>
                  <a:lnTo>
                    <a:pt x="0" y="8371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TextBox 24" id="24"/>
          <p:cNvSpPr txBox="true"/>
          <p:nvPr/>
        </p:nvSpPr>
        <p:spPr>
          <a:xfrm rot="0">
            <a:off x="11526648" y="1028700"/>
            <a:ext cx="5732652" cy="257175"/>
          </a:xfrm>
          <a:prstGeom prst="rect">
            <a:avLst/>
          </a:prstGeom>
        </p:spPr>
        <p:txBody>
          <a:bodyPr anchor="t" rtlCol="false" tIns="0" lIns="0" bIns="0" rIns="0">
            <a:spAutoFit/>
          </a:bodyPr>
          <a:lstStyle/>
          <a:p>
            <a:pPr algn="r" marL="0" indent="0" lvl="0">
              <a:lnSpc>
                <a:spcPts val="2039"/>
              </a:lnSpc>
            </a:pPr>
            <a:r>
              <a:rPr lang="en-US" b="true" sz="1699" spc="91">
                <a:solidFill>
                  <a:srgbClr val="4A44BD"/>
                </a:solidFill>
                <a:latin typeface="Open Sans Bold"/>
                <a:ea typeface="Open Sans Bold"/>
                <a:cs typeface="Open Sans Bold"/>
                <a:sym typeface="Open Sans Bold"/>
              </a:rPr>
              <a:t>BÀI THUYẾT TRÌNH BÁO CÁO THƯỜNG NIÊN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2702" y="9268371"/>
            <a:ext cx="6486365" cy="1018629"/>
            <a:chOff x="0" y="0"/>
            <a:chExt cx="1708343" cy="268281"/>
          </a:xfrm>
        </p:grpSpPr>
        <p:sp>
          <p:nvSpPr>
            <p:cNvPr name="Freeform 3" id="3"/>
            <p:cNvSpPr/>
            <p:nvPr/>
          </p:nvSpPr>
          <p:spPr>
            <a:xfrm flipH="false" flipV="false" rot="0">
              <a:off x="0" y="0"/>
              <a:ext cx="1708343" cy="268281"/>
            </a:xfrm>
            <a:custGeom>
              <a:avLst/>
              <a:gdLst/>
              <a:ahLst/>
              <a:cxnLst/>
              <a:rect r="r" b="b" t="t" l="l"/>
              <a:pathLst>
                <a:path h="268281" w="1708343">
                  <a:moveTo>
                    <a:pt x="119357" y="0"/>
                  </a:moveTo>
                  <a:lnTo>
                    <a:pt x="1588986" y="0"/>
                  </a:lnTo>
                  <a:cubicBezTo>
                    <a:pt x="1654905" y="0"/>
                    <a:pt x="1708343" y="53438"/>
                    <a:pt x="1708343" y="119357"/>
                  </a:cubicBezTo>
                  <a:lnTo>
                    <a:pt x="1708343" y="148924"/>
                  </a:lnTo>
                  <a:cubicBezTo>
                    <a:pt x="1708343" y="180580"/>
                    <a:pt x="1695768" y="210938"/>
                    <a:pt x="1673384" y="233322"/>
                  </a:cubicBezTo>
                  <a:cubicBezTo>
                    <a:pt x="1651000" y="255706"/>
                    <a:pt x="1620642" y="268281"/>
                    <a:pt x="1588986" y="268281"/>
                  </a:cubicBezTo>
                  <a:lnTo>
                    <a:pt x="119357" y="268281"/>
                  </a:lnTo>
                  <a:cubicBezTo>
                    <a:pt x="53438" y="268281"/>
                    <a:pt x="0" y="214843"/>
                    <a:pt x="0" y="148924"/>
                  </a:cubicBezTo>
                  <a:lnTo>
                    <a:pt x="0" y="119357"/>
                  </a:lnTo>
                  <a:cubicBezTo>
                    <a:pt x="0" y="53438"/>
                    <a:pt x="53438" y="0"/>
                    <a:pt x="119357" y="0"/>
                  </a:cubicBezTo>
                  <a:close/>
                </a:path>
              </a:pathLst>
            </a:custGeom>
            <a:solidFill>
              <a:srgbClr val="C0E4F6"/>
            </a:solidFill>
          </p:spPr>
        </p:sp>
        <p:sp>
          <p:nvSpPr>
            <p:cNvPr name="TextBox 4" id="4"/>
            <p:cNvSpPr txBox="true"/>
            <p:nvPr/>
          </p:nvSpPr>
          <p:spPr>
            <a:xfrm>
              <a:off x="0" y="-28575"/>
              <a:ext cx="1708343" cy="296856"/>
            </a:xfrm>
            <a:prstGeom prst="rect">
              <a:avLst/>
            </a:prstGeom>
          </p:spPr>
          <p:txBody>
            <a:bodyPr anchor="ctr" rtlCol="false" tIns="50800" lIns="50800" bIns="50800" rIns="50800"/>
            <a:lstStyle/>
            <a:p>
              <a:pPr algn="ctr">
                <a:lnSpc>
                  <a:spcPts val="2100"/>
                </a:lnSpc>
              </a:pPr>
            </a:p>
          </p:txBody>
        </p:sp>
      </p:grpSp>
      <p:grpSp>
        <p:nvGrpSpPr>
          <p:cNvPr name="Group 5" id="5"/>
          <p:cNvGrpSpPr/>
          <p:nvPr/>
        </p:nvGrpSpPr>
        <p:grpSpPr>
          <a:xfrm rot="0">
            <a:off x="3310361" y="9681230"/>
            <a:ext cx="15903157" cy="640680"/>
            <a:chOff x="0" y="0"/>
            <a:chExt cx="4188486" cy="168739"/>
          </a:xfrm>
        </p:grpSpPr>
        <p:sp>
          <p:nvSpPr>
            <p:cNvPr name="Freeform 6" id="6"/>
            <p:cNvSpPr/>
            <p:nvPr/>
          </p:nvSpPr>
          <p:spPr>
            <a:xfrm flipH="false" flipV="false" rot="0">
              <a:off x="0" y="0"/>
              <a:ext cx="4188486" cy="168739"/>
            </a:xfrm>
            <a:custGeom>
              <a:avLst/>
              <a:gdLst/>
              <a:ahLst/>
              <a:cxnLst/>
              <a:rect r="r" b="b" t="t" l="l"/>
              <a:pathLst>
                <a:path h="168739" w="4188486">
                  <a:moveTo>
                    <a:pt x="203200" y="0"/>
                  </a:moveTo>
                  <a:lnTo>
                    <a:pt x="4188486" y="0"/>
                  </a:lnTo>
                  <a:lnTo>
                    <a:pt x="3985286" y="168739"/>
                  </a:lnTo>
                  <a:lnTo>
                    <a:pt x="0" y="168739"/>
                  </a:lnTo>
                  <a:lnTo>
                    <a:pt x="203200" y="0"/>
                  </a:lnTo>
                  <a:close/>
                </a:path>
              </a:pathLst>
            </a:custGeom>
            <a:solidFill>
              <a:srgbClr val="4A44BD"/>
            </a:solidFill>
          </p:spPr>
        </p:sp>
        <p:sp>
          <p:nvSpPr>
            <p:cNvPr name="TextBox 7" id="7"/>
            <p:cNvSpPr txBox="true"/>
            <p:nvPr/>
          </p:nvSpPr>
          <p:spPr>
            <a:xfrm>
              <a:off x="101600" y="-28575"/>
              <a:ext cx="3985286" cy="197314"/>
            </a:xfrm>
            <a:prstGeom prst="rect">
              <a:avLst/>
            </a:prstGeom>
          </p:spPr>
          <p:txBody>
            <a:bodyPr anchor="ctr" rtlCol="false" tIns="50800" lIns="50800" bIns="50800" rIns="50800"/>
            <a:lstStyle/>
            <a:p>
              <a:pPr algn="ctr">
                <a:lnSpc>
                  <a:spcPts val="2100"/>
                </a:lnSpc>
              </a:pPr>
            </a:p>
          </p:txBody>
        </p:sp>
      </p:grpSp>
      <p:grpSp>
        <p:nvGrpSpPr>
          <p:cNvPr name="Group 8" id="8"/>
          <p:cNvGrpSpPr/>
          <p:nvPr/>
        </p:nvGrpSpPr>
        <p:grpSpPr>
          <a:xfrm rot="-5400000">
            <a:off x="8894775" y="2404805"/>
            <a:ext cx="1857420" cy="4343608"/>
            <a:chOff x="0" y="0"/>
            <a:chExt cx="4224020" cy="9877941"/>
          </a:xfrm>
        </p:grpSpPr>
        <p:sp>
          <p:nvSpPr>
            <p:cNvPr name="Freeform 9" id="9"/>
            <p:cNvSpPr/>
            <p:nvPr/>
          </p:nvSpPr>
          <p:spPr>
            <a:xfrm flipH="false" flipV="false" rot="0">
              <a:off x="0" y="0"/>
              <a:ext cx="4224020" cy="9877941"/>
            </a:xfrm>
            <a:custGeom>
              <a:avLst/>
              <a:gdLst/>
              <a:ahLst/>
              <a:cxnLst/>
              <a:rect r="r" b="b" t="t" l="l"/>
              <a:pathLst>
                <a:path h="9877941" w="4224020">
                  <a:moveTo>
                    <a:pt x="4224020" y="9877941"/>
                  </a:moveTo>
                  <a:lnTo>
                    <a:pt x="2441575" y="9877941"/>
                  </a:lnTo>
                  <a:cubicBezTo>
                    <a:pt x="1093089" y="9877941"/>
                    <a:pt x="0" y="8784852"/>
                    <a:pt x="0" y="7436366"/>
                  </a:cubicBezTo>
                  <a:lnTo>
                    <a:pt x="0" y="0"/>
                  </a:lnTo>
                  <a:lnTo>
                    <a:pt x="1782445" y="0"/>
                  </a:lnTo>
                  <a:cubicBezTo>
                    <a:pt x="3130931" y="0"/>
                    <a:pt x="4224020" y="1093089"/>
                    <a:pt x="4224020" y="2441575"/>
                  </a:cubicBezTo>
                  <a:lnTo>
                    <a:pt x="4224020" y="9877941"/>
                  </a:lnTo>
                  <a:close/>
                </a:path>
              </a:pathLst>
            </a:custGeom>
            <a:solidFill>
              <a:srgbClr val="C0E4F6"/>
            </a:solidFill>
          </p:spPr>
        </p:sp>
      </p:grpSp>
      <p:sp>
        <p:nvSpPr>
          <p:cNvPr name="TextBox 10" id="10"/>
          <p:cNvSpPr txBox="true"/>
          <p:nvPr/>
        </p:nvSpPr>
        <p:spPr>
          <a:xfrm rot="0">
            <a:off x="515811" y="9631953"/>
            <a:ext cx="2541534" cy="281940"/>
          </a:xfrm>
          <a:prstGeom prst="rect">
            <a:avLst/>
          </a:prstGeom>
        </p:spPr>
        <p:txBody>
          <a:bodyPr anchor="t" rtlCol="false" tIns="0" lIns="0" bIns="0" rIns="0">
            <a:spAutoFit/>
          </a:bodyPr>
          <a:lstStyle/>
          <a:p>
            <a:pPr algn="l" marL="0" indent="0" lvl="0">
              <a:lnSpc>
                <a:spcPts val="2340"/>
              </a:lnSpc>
              <a:spcBef>
                <a:spcPct val="0"/>
              </a:spcBef>
            </a:pPr>
            <a:r>
              <a:rPr lang="en-US" b="true" sz="1800" u="sng">
                <a:solidFill>
                  <a:srgbClr val="4A44BD"/>
                </a:solidFill>
                <a:latin typeface="Open Sans Bold"/>
                <a:ea typeface="Open Sans Bold"/>
                <a:cs typeface="Open Sans Bold"/>
                <a:sym typeface="Open Sans Bold"/>
                <a:hlinkClick r:id="rId2" action="ppaction://hlinksldjump"/>
              </a:rPr>
              <a:t>Trở lại Chương trình</a:t>
            </a:r>
          </a:p>
        </p:txBody>
      </p:sp>
      <p:sp>
        <p:nvSpPr>
          <p:cNvPr name="TextBox 11" id="11"/>
          <p:cNvSpPr txBox="true"/>
          <p:nvPr/>
        </p:nvSpPr>
        <p:spPr>
          <a:xfrm rot="0">
            <a:off x="7939341" y="4198149"/>
            <a:ext cx="3593345" cy="804545"/>
          </a:xfrm>
          <a:prstGeom prst="rect">
            <a:avLst/>
          </a:prstGeom>
        </p:spPr>
        <p:txBody>
          <a:bodyPr anchor="t" rtlCol="false" tIns="0" lIns="0" bIns="0" rIns="0">
            <a:spAutoFit/>
          </a:bodyPr>
          <a:lstStyle/>
          <a:p>
            <a:pPr algn="ctr" marL="0" indent="0" lvl="0">
              <a:lnSpc>
                <a:spcPts val="6160"/>
              </a:lnSpc>
            </a:pPr>
            <a:r>
              <a:rPr lang="en-US" b="true" sz="5600" spc="-112">
                <a:solidFill>
                  <a:srgbClr val="4A44BD"/>
                </a:solidFill>
                <a:latin typeface="Be Vietnam Ultra-Bold"/>
                <a:ea typeface="Be Vietnam Ultra-Bold"/>
                <a:cs typeface="Be Vietnam Ultra-Bold"/>
                <a:sym typeface="Be Vietnam Ultra-Bold"/>
              </a:rPr>
              <a:t>500.000</a:t>
            </a:r>
          </a:p>
        </p:txBody>
      </p:sp>
      <p:sp>
        <p:nvSpPr>
          <p:cNvPr name="TextBox 12" id="12"/>
          <p:cNvSpPr txBox="true"/>
          <p:nvPr/>
        </p:nvSpPr>
        <p:spPr>
          <a:xfrm rot="0">
            <a:off x="1028700" y="1133299"/>
            <a:ext cx="16230600" cy="1076325"/>
          </a:xfrm>
          <a:prstGeom prst="rect">
            <a:avLst/>
          </a:prstGeom>
        </p:spPr>
        <p:txBody>
          <a:bodyPr anchor="t" rtlCol="false" tIns="0" lIns="0" bIns="0" rIns="0">
            <a:spAutoFit/>
          </a:bodyPr>
          <a:lstStyle/>
          <a:p>
            <a:pPr algn="ctr" marL="0" indent="0" lvl="0">
              <a:lnSpc>
                <a:spcPts val="8250"/>
              </a:lnSpc>
            </a:pPr>
            <a:r>
              <a:rPr lang="en-US" b="true" sz="7500" spc="-150">
                <a:solidFill>
                  <a:srgbClr val="4A44BD"/>
                </a:solidFill>
                <a:latin typeface="Be Vietnam Ultra-Bold"/>
                <a:ea typeface="Be Vietnam Ultra-Bold"/>
                <a:cs typeface="Be Vietnam Ultra-Bold"/>
                <a:sym typeface="Be Vietnam Ultra-Bold"/>
              </a:rPr>
              <a:t>Mục tiêu cho năm tài chính tiếp theo</a:t>
            </a:r>
          </a:p>
        </p:txBody>
      </p:sp>
      <p:grpSp>
        <p:nvGrpSpPr>
          <p:cNvPr name="Group 13" id="13"/>
          <p:cNvGrpSpPr/>
          <p:nvPr/>
        </p:nvGrpSpPr>
        <p:grpSpPr>
          <a:xfrm rot="-5400000">
            <a:off x="8894775" y="5104517"/>
            <a:ext cx="1857420" cy="4343608"/>
            <a:chOff x="0" y="0"/>
            <a:chExt cx="4224020" cy="9877941"/>
          </a:xfrm>
        </p:grpSpPr>
        <p:sp>
          <p:nvSpPr>
            <p:cNvPr name="Freeform 14" id="14"/>
            <p:cNvSpPr/>
            <p:nvPr/>
          </p:nvSpPr>
          <p:spPr>
            <a:xfrm flipH="false" flipV="false" rot="0">
              <a:off x="0" y="0"/>
              <a:ext cx="4224020" cy="9877941"/>
            </a:xfrm>
            <a:custGeom>
              <a:avLst/>
              <a:gdLst/>
              <a:ahLst/>
              <a:cxnLst/>
              <a:rect r="r" b="b" t="t" l="l"/>
              <a:pathLst>
                <a:path h="9877941" w="4224020">
                  <a:moveTo>
                    <a:pt x="4224020" y="9877941"/>
                  </a:moveTo>
                  <a:lnTo>
                    <a:pt x="2441575" y="9877941"/>
                  </a:lnTo>
                  <a:cubicBezTo>
                    <a:pt x="1093089" y="9877941"/>
                    <a:pt x="0" y="8784852"/>
                    <a:pt x="0" y="7436366"/>
                  </a:cubicBezTo>
                  <a:lnTo>
                    <a:pt x="0" y="0"/>
                  </a:lnTo>
                  <a:lnTo>
                    <a:pt x="1782445" y="0"/>
                  </a:lnTo>
                  <a:cubicBezTo>
                    <a:pt x="3130931" y="0"/>
                    <a:pt x="4224020" y="1093089"/>
                    <a:pt x="4224020" y="2441575"/>
                  </a:cubicBezTo>
                  <a:lnTo>
                    <a:pt x="4224020" y="9877941"/>
                  </a:lnTo>
                  <a:close/>
                </a:path>
              </a:pathLst>
            </a:custGeom>
            <a:solidFill>
              <a:srgbClr val="C0E4F6"/>
            </a:solidFill>
          </p:spPr>
        </p:sp>
      </p:grpSp>
      <p:sp>
        <p:nvSpPr>
          <p:cNvPr name="TextBox 15" id="15"/>
          <p:cNvSpPr txBox="true"/>
          <p:nvPr/>
        </p:nvSpPr>
        <p:spPr>
          <a:xfrm rot="0">
            <a:off x="8114283" y="6891194"/>
            <a:ext cx="3593345" cy="804545"/>
          </a:xfrm>
          <a:prstGeom prst="rect">
            <a:avLst/>
          </a:prstGeom>
        </p:spPr>
        <p:txBody>
          <a:bodyPr anchor="t" rtlCol="false" tIns="0" lIns="0" bIns="0" rIns="0">
            <a:spAutoFit/>
          </a:bodyPr>
          <a:lstStyle/>
          <a:p>
            <a:pPr algn="ctr" marL="0" indent="0" lvl="0">
              <a:lnSpc>
                <a:spcPts val="6160"/>
              </a:lnSpc>
            </a:pPr>
            <a:r>
              <a:rPr lang="en-US" b="true" sz="5600" spc="-112">
                <a:solidFill>
                  <a:srgbClr val="4A44BD"/>
                </a:solidFill>
                <a:latin typeface="Be Vietnam Ultra-Bold"/>
                <a:ea typeface="Be Vietnam Ultra-Bold"/>
                <a:cs typeface="Be Vietnam Ultra-Bold"/>
                <a:sym typeface="Be Vietnam Ultra-Bold"/>
              </a:rPr>
              <a:t>95%</a:t>
            </a:r>
          </a:p>
        </p:txBody>
      </p:sp>
      <p:grpSp>
        <p:nvGrpSpPr>
          <p:cNvPr name="Group 16" id="16"/>
          <p:cNvGrpSpPr/>
          <p:nvPr/>
        </p:nvGrpSpPr>
        <p:grpSpPr>
          <a:xfrm rot="0">
            <a:off x="1202336" y="3647899"/>
            <a:ext cx="4764963" cy="1310663"/>
            <a:chOff x="0" y="0"/>
            <a:chExt cx="6353284" cy="1747550"/>
          </a:xfrm>
        </p:grpSpPr>
        <p:sp>
          <p:nvSpPr>
            <p:cNvPr name="TextBox 17" id="17"/>
            <p:cNvSpPr txBox="true"/>
            <p:nvPr/>
          </p:nvSpPr>
          <p:spPr>
            <a:xfrm rot="0">
              <a:off x="0" y="616192"/>
              <a:ext cx="6353284" cy="1131358"/>
            </a:xfrm>
            <a:prstGeom prst="rect">
              <a:avLst/>
            </a:prstGeom>
          </p:spPr>
          <p:txBody>
            <a:bodyPr anchor="t" rtlCol="false" tIns="0" lIns="0" bIns="0" rIns="0">
              <a:spAutoFit/>
            </a:bodyPr>
            <a:lstStyle/>
            <a:p>
              <a:pPr algn="l">
                <a:lnSpc>
                  <a:spcPts val="3499"/>
                </a:lnSpc>
              </a:pPr>
              <a:r>
                <a:rPr lang="en-US" sz="2499">
                  <a:solidFill>
                    <a:srgbClr val="000000"/>
                  </a:solidFill>
                  <a:latin typeface="Open Sans"/>
                  <a:ea typeface="Open Sans"/>
                  <a:cs typeface="Open Sans"/>
                  <a:sym typeface="Open Sans"/>
                </a:rPr>
                <a:t>Trình bày ngắn gọn những gì bạn muốn thảo luận.</a:t>
              </a:r>
            </a:p>
          </p:txBody>
        </p:sp>
        <p:sp>
          <p:nvSpPr>
            <p:cNvPr name="AutoShape 18" id="18"/>
            <p:cNvSpPr/>
            <p:nvPr/>
          </p:nvSpPr>
          <p:spPr>
            <a:xfrm>
              <a:off x="0" y="19050"/>
              <a:ext cx="1316667" cy="0"/>
            </a:xfrm>
            <a:prstGeom prst="line">
              <a:avLst/>
            </a:prstGeom>
            <a:ln cap="flat" w="38100">
              <a:solidFill>
                <a:srgbClr val="C0E4F6"/>
              </a:solidFill>
              <a:prstDash val="solid"/>
              <a:headEnd type="none" len="sm" w="sm"/>
              <a:tailEnd type="none" len="sm" w="sm"/>
            </a:ln>
          </p:spPr>
        </p:sp>
      </p:grpSp>
      <p:grpSp>
        <p:nvGrpSpPr>
          <p:cNvPr name="Group 19" id="19"/>
          <p:cNvGrpSpPr/>
          <p:nvPr/>
        </p:nvGrpSpPr>
        <p:grpSpPr>
          <a:xfrm rot="0">
            <a:off x="12568602" y="3949000"/>
            <a:ext cx="4284113" cy="1255217"/>
            <a:chOff x="0" y="0"/>
            <a:chExt cx="5712151" cy="1673623"/>
          </a:xfrm>
        </p:grpSpPr>
        <p:sp>
          <p:nvSpPr>
            <p:cNvPr name="TextBox 20" id="20"/>
            <p:cNvSpPr txBox="true"/>
            <p:nvPr/>
          </p:nvSpPr>
          <p:spPr>
            <a:xfrm rot="0">
              <a:off x="0" y="630530"/>
              <a:ext cx="5712151" cy="1004993"/>
            </a:xfrm>
            <a:prstGeom prst="rect">
              <a:avLst/>
            </a:prstGeom>
          </p:spPr>
          <p:txBody>
            <a:bodyPr anchor="t" rtlCol="false" tIns="0" lIns="0" bIns="0" rIns="0">
              <a:spAutoFit/>
            </a:bodyPr>
            <a:lstStyle/>
            <a:p>
              <a:pPr algn="l">
                <a:lnSpc>
                  <a:spcPts val="3079"/>
                </a:lnSpc>
              </a:pPr>
              <a:r>
                <a:rPr lang="en-US" sz="2199">
                  <a:solidFill>
                    <a:srgbClr val="000000"/>
                  </a:solidFill>
                  <a:latin typeface="Open Sans"/>
                  <a:ea typeface="Open Sans"/>
                  <a:cs typeface="Open Sans"/>
                  <a:sym typeface="Open Sans"/>
                </a:rPr>
                <a:t>Hãy giải thích ngắn gọn số liệu thống kê này.</a:t>
              </a:r>
            </a:p>
          </p:txBody>
        </p:sp>
        <p:sp>
          <p:nvSpPr>
            <p:cNvPr name="TextBox 21" id="21"/>
            <p:cNvSpPr txBox="true"/>
            <p:nvPr/>
          </p:nvSpPr>
          <p:spPr>
            <a:xfrm rot="0">
              <a:off x="0" y="-57150"/>
              <a:ext cx="5712151" cy="578697"/>
            </a:xfrm>
            <a:prstGeom prst="rect">
              <a:avLst/>
            </a:prstGeom>
          </p:spPr>
          <p:txBody>
            <a:bodyPr anchor="t" rtlCol="false" tIns="0" lIns="0" bIns="0" rIns="0">
              <a:spAutoFit/>
            </a:bodyPr>
            <a:lstStyle/>
            <a:p>
              <a:pPr algn="l" marL="0" indent="0" lvl="0">
                <a:lnSpc>
                  <a:spcPts val="3639"/>
                </a:lnSpc>
              </a:pPr>
              <a:r>
                <a:rPr lang="en-US" b="true" sz="2599">
                  <a:solidFill>
                    <a:srgbClr val="4A44BD"/>
                  </a:solidFill>
                  <a:latin typeface="Open Sans Bold"/>
                  <a:ea typeface="Open Sans Bold"/>
                  <a:cs typeface="Open Sans Bold"/>
                  <a:sym typeface="Open Sans Bold"/>
                </a:rPr>
                <a:t>Mục tiêu số 1</a:t>
              </a:r>
            </a:p>
          </p:txBody>
        </p:sp>
      </p:grpSp>
      <p:grpSp>
        <p:nvGrpSpPr>
          <p:cNvPr name="Group 22" id="22"/>
          <p:cNvGrpSpPr/>
          <p:nvPr/>
        </p:nvGrpSpPr>
        <p:grpSpPr>
          <a:xfrm rot="0">
            <a:off x="12568602" y="6648713"/>
            <a:ext cx="4284113" cy="1255217"/>
            <a:chOff x="0" y="0"/>
            <a:chExt cx="5712151" cy="1673623"/>
          </a:xfrm>
        </p:grpSpPr>
        <p:sp>
          <p:nvSpPr>
            <p:cNvPr name="TextBox 23" id="23"/>
            <p:cNvSpPr txBox="true"/>
            <p:nvPr/>
          </p:nvSpPr>
          <p:spPr>
            <a:xfrm rot="0">
              <a:off x="0" y="630530"/>
              <a:ext cx="5712151" cy="1004993"/>
            </a:xfrm>
            <a:prstGeom prst="rect">
              <a:avLst/>
            </a:prstGeom>
          </p:spPr>
          <p:txBody>
            <a:bodyPr anchor="t" rtlCol="false" tIns="0" lIns="0" bIns="0" rIns="0">
              <a:spAutoFit/>
            </a:bodyPr>
            <a:lstStyle/>
            <a:p>
              <a:pPr algn="l">
                <a:lnSpc>
                  <a:spcPts val="3079"/>
                </a:lnSpc>
              </a:pPr>
              <a:r>
                <a:rPr lang="en-US" sz="2199">
                  <a:solidFill>
                    <a:srgbClr val="000000"/>
                  </a:solidFill>
                  <a:latin typeface="Open Sans"/>
                  <a:ea typeface="Open Sans"/>
                  <a:cs typeface="Open Sans"/>
                  <a:sym typeface="Open Sans"/>
                </a:rPr>
                <a:t>Hãy giải thích ngắn gọn số liệu thống kê này.</a:t>
              </a:r>
            </a:p>
          </p:txBody>
        </p:sp>
        <p:sp>
          <p:nvSpPr>
            <p:cNvPr name="TextBox 24" id="24"/>
            <p:cNvSpPr txBox="true"/>
            <p:nvPr/>
          </p:nvSpPr>
          <p:spPr>
            <a:xfrm rot="0">
              <a:off x="0" y="-57150"/>
              <a:ext cx="5712151" cy="578697"/>
            </a:xfrm>
            <a:prstGeom prst="rect">
              <a:avLst/>
            </a:prstGeom>
          </p:spPr>
          <p:txBody>
            <a:bodyPr anchor="t" rtlCol="false" tIns="0" lIns="0" bIns="0" rIns="0">
              <a:spAutoFit/>
            </a:bodyPr>
            <a:lstStyle/>
            <a:p>
              <a:pPr algn="l" marL="0" indent="0" lvl="0">
                <a:lnSpc>
                  <a:spcPts val="3639"/>
                </a:lnSpc>
              </a:pPr>
              <a:r>
                <a:rPr lang="en-US" b="true" sz="2599">
                  <a:solidFill>
                    <a:srgbClr val="4A44BD"/>
                  </a:solidFill>
                  <a:latin typeface="Open Sans Bold"/>
                  <a:ea typeface="Open Sans Bold"/>
                  <a:cs typeface="Open Sans Bold"/>
                  <a:sym typeface="Open Sans Bold"/>
                </a:rPr>
                <a:t>Mục tiêu số 2</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2702" y="9268371"/>
            <a:ext cx="6486365" cy="1018629"/>
            <a:chOff x="0" y="0"/>
            <a:chExt cx="1708343" cy="268281"/>
          </a:xfrm>
        </p:grpSpPr>
        <p:sp>
          <p:nvSpPr>
            <p:cNvPr name="Freeform 3" id="3"/>
            <p:cNvSpPr/>
            <p:nvPr/>
          </p:nvSpPr>
          <p:spPr>
            <a:xfrm flipH="false" flipV="false" rot="0">
              <a:off x="0" y="0"/>
              <a:ext cx="1708343" cy="268281"/>
            </a:xfrm>
            <a:custGeom>
              <a:avLst/>
              <a:gdLst/>
              <a:ahLst/>
              <a:cxnLst/>
              <a:rect r="r" b="b" t="t" l="l"/>
              <a:pathLst>
                <a:path h="268281" w="1708343">
                  <a:moveTo>
                    <a:pt x="119357" y="0"/>
                  </a:moveTo>
                  <a:lnTo>
                    <a:pt x="1588986" y="0"/>
                  </a:lnTo>
                  <a:cubicBezTo>
                    <a:pt x="1654905" y="0"/>
                    <a:pt x="1708343" y="53438"/>
                    <a:pt x="1708343" y="119357"/>
                  </a:cubicBezTo>
                  <a:lnTo>
                    <a:pt x="1708343" y="148924"/>
                  </a:lnTo>
                  <a:cubicBezTo>
                    <a:pt x="1708343" y="180580"/>
                    <a:pt x="1695768" y="210938"/>
                    <a:pt x="1673384" y="233322"/>
                  </a:cubicBezTo>
                  <a:cubicBezTo>
                    <a:pt x="1651000" y="255706"/>
                    <a:pt x="1620642" y="268281"/>
                    <a:pt x="1588986" y="268281"/>
                  </a:cubicBezTo>
                  <a:lnTo>
                    <a:pt x="119357" y="268281"/>
                  </a:lnTo>
                  <a:cubicBezTo>
                    <a:pt x="53438" y="268281"/>
                    <a:pt x="0" y="214843"/>
                    <a:pt x="0" y="148924"/>
                  </a:cubicBezTo>
                  <a:lnTo>
                    <a:pt x="0" y="119357"/>
                  </a:lnTo>
                  <a:cubicBezTo>
                    <a:pt x="0" y="53438"/>
                    <a:pt x="53438" y="0"/>
                    <a:pt x="119357" y="0"/>
                  </a:cubicBezTo>
                  <a:close/>
                </a:path>
              </a:pathLst>
            </a:custGeom>
            <a:solidFill>
              <a:srgbClr val="C0E4F6"/>
            </a:solidFill>
          </p:spPr>
        </p:sp>
        <p:sp>
          <p:nvSpPr>
            <p:cNvPr name="TextBox 4" id="4"/>
            <p:cNvSpPr txBox="true"/>
            <p:nvPr/>
          </p:nvSpPr>
          <p:spPr>
            <a:xfrm>
              <a:off x="0" y="-28575"/>
              <a:ext cx="1708343" cy="296856"/>
            </a:xfrm>
            <a:prstGeom prst="rect">
              <a:avLst/>
            </a:prstGeom>
          </p:spPr>
          <p:txBody>
            <a:bodyPr anchor="ctr" rtlCol="false" tIns="50800" lIns="50800" bIns="50800" rIns="50800"/>
            <a:lstStyle/>
            <a:p>
              <a:pPr algn="ctr">
                <a:lnSpc>
                  <a:spcPts val="2100"/>
                </a:lnSpc>
              </a:pPr>
            </a:p>
          </p:txBody>
        </p:sp>
      </p:grpSp>
      <p:grpSp>
        <p:nvGrpSpPr>
          <p:cNvPr name="Group 5" id="5"/>
          <p:cNvGrpSpPr/>
          <p:nvPr/>
        </p:nvGrpSpPr>
        <p:grpSpPr>
          <a:xfrm rot="0">
            <a:off x="3310361" y="9681230"/>
            <a:ext cx="15903157" cy="640680"/>
            <a:chOff x="0" y="0"/>
            <a:chExt cx="4188486" cy="168739"/>
          </a:xfrm>
        </p:grpSpPr>
        <p:sp>
          <p:nvSpPr>
            <p:cNvPr name="Freeform 6" id="6"/>
            <p:cNvSpPr/>
            <p:nvPr/>
          </p:nvSpPr>
          <p:spPr>
            <a:xfrm flipH="false" flipV="false" rot="0">
              <a:off x="0" y="0"/>
              <a:ext cx="4188486" cy="168739"/>
            </a:xfrm>
            <a:custGeom>
              <a:avLst/>
              <a:gdLst/>
              <a:ahLst/>
              <a:cxnLst/>
              <a:rect r="r" b="b" t="t" l="l"/>
              <a:pathLst>
                <a:path h="168739" w="4188486">
                  <a:moveTo>
                    <a:pt x="203200" y="0"/>
                  </a:moveTo>
                  <a:lnTo>
                    <a:pt x="4188486" y="0"/>
                  </a:lnTo>
                  <a:lnTo>
                    <a:pt x="3985286" y="168739"/>
                  </a:lnTo>
                  <a:lnTo>
                    <a:pt x="0" y="168739"/>
                  </a:lnTo>
                  <a:lnTo>
                    <a:pt x="203200" y="0"/>
                  </a:lnTo>
                  <a:close/>
                </a:path>
              </a:pathLst>
            </a:custGeom>
            <a:solidFill>
              <a:srgbClr val="4A44BD"/>
            </a:solidFill>
          </p:spPr>
        </p:sp>
        <p:sp>
          <p:nvSpPr>
            <p:cNvPr name="TextBox 7" id="7"/>
            <p:cNvSpPr txBox="true"/>
            <p:nvPr/>
          </p:nvSpPr>
          <p:spPr>
            <a:xfrm>
              <a:off x="101600" y="-28575"/>
              <a:ext cx="3985286" cy="197314"/>
            </a:xfrm>
            <a:prstGeom prst="rect">
              <a:avLst/>
            </a:prstGeom>
          </p:spPr>
          <p:txBody>
            <a:bodyPr anchor="ctr" rtlCol="false" tIns="50800" lIns="50800" bIns="50800" rIns="50800"/>
            <a:lstStyle/>
            <a:p>
              <a:pPr algn="ctr">
                <a:lnSpc>
                  <a:spcPts val="2100"/>
                </a:lnSpc>
              </a:pPr>
            </a:p>
          </p:txBody>
        </p:sp>
      </p:grpSp>
      <p:sp>
        <p:nvSpPr>
          <p:cNvPr name="TextBox 8" id="8"/>
          <p:cNvSpPr txBox="true"/>
          <p:nvPr/>
        </p:nvSpPr>
        <p:spPr>
          <a:xfrm rot="0">
            <a:off x="515811" y="9631953"/>
            <a:ext cx="2541534" cy="281940"/>
          </a:xfrm>
          <a:prstGeom prst="rect">
            <a:avLst/>
          </a:prstGeom>
        </p:spPr>
        <p:txBody>
          <a:bodyPr anchor="t" rtlCol="false" tIns="0" lIns="0" bIns="0" rIns="0">
            <a:spAutoFit/>
          </a:bodyPr>
          <a:lstStyle/>
          <a:p>
            <a:pPr algn="l" marL="0" indent="0" lvl="0">
              <a:lnSpc>
                <a:spcPts val="2340"/>
              </a:lnSpc>
              <a:spcBef>
                <a:spcPct val="0"/>
              </a:spcBef>
            </a:pPr>
            <a:r>
              <a:rPr lang="en-US" b="true" sz="1800" u="sng">
                <a:solidFill>
                  <a:srgbClr val="4A44BD"/>
                </a:solidFill>
                <a:latin typeface="Open Sans Bold"/>
                <a:ea typeface="Open Sans Bold"/>
                <a:cs typeface="Open Sans Bold"/>
                <a:sym typeface="Open Sans Bold"/>
                <a:hlinkClick r:id="rId2" action="ppaction://hlinksldjump"/>
              </a:rPr>
              <a:t>Trở lại Chương trình</a:t>
            </a:r>
          </a:p>
        </p:txBody>
      </p:sp>
      <p:pic>
        <p:nvPicPr>
          <p:cNvPr name="Picture 9" id="9"/>
          <p:cNvPicPr>
            <a:picLocks noChangeAspect="true"/>
          </p:cNvPicPr>
          <p:nvPr/>
        </p:nvPicPr>
        <p:blipFill>
          <a:blip r:embed="rId3"/>
          <a:stretch>
            <a:fillRect/>
          </a:stretch>
        </p:blipFill>
        <p:spPr>
          <a:xfrm rot="0">
            <a:off x="1708681" y="610534"/>
            <a:ext cx="6708686" cy="6655136"/>
          </a:xfrm>
          <a:prstGeom prst="rect">
            <a:avLst/>
          </a:prstGeom>
        </p:spPr>
      </p:pic>
      <p:pic>
        <p:nvPicPr>
          <p:cNvPr name="Picture 10" id="10"/>
          <p:cNvPicPr>
            <a:picLocks noChangeAspect="true"/>
          </p:cNvPicPr>
          <p:nvPr/>
        </p:nvPicPr>
        <p:blipFill>
          <a:blip r:embed="rId4"/>
          <a:stretch>
            <a:fillRect/>
          </a:stretch>
        </p:blipFill>
        <p:spPr>
          <a:xfrm rot="0">
            <a:off x="9173666" y="857989"/>
            <a:ext cx="8989724" cy="6970174"/>
          </a:xfrm>
          <a:prstGeom prst="rect">
            <a:avLst/>
          </a:prstGeom>
        </p:spPr>
      </p:pic>
      <p:grpSp>
        <p:nvGrpSpPr>
          <p:cNvPr name="Group 11" id="11"/>
          <p:cNvGrpSpPr/>
          <p:nvPr/>
        </p:nvGrpSpPr>
        <p:grpSpPr>
          <a:xfrm rot="0">
            <a:off x="2595138" y="7441894"/>
            <a:ext cx="4393219" cy="1209373"/>
            <a:chOff x="0" y="0"/>
            <a:chExt cx="5857625" cy="1612498"/>
          </a:xfrm>
        </p:grpSpPr>
        <p:sp>
          <p:nvSpPr>
            <p:cNvPr name="TextBox 12" id="12"/>
            <p:cNvSpPr txBox="true"/>
            <p:nvPr/>
          </p:nvSpPr>
          <p:spPr>
            <a:xfrm rot="0">
              <a:off x="0" y="-57150"/>
              <a:ext cx="5857625" cy="578697"/>
            </a:xfrm>
            <a:prstGeom prst="rect">
              <a:avLst/>
            </a:prstGeom>
          </p:spPr>
          <p:txBody>
            <a:bodyPr anchor="t" rtlCol="false" tIns="0" lIns="0" bIns="0" rIns="0">
              <a:spAutoFit/>
            </a:bodyPr>
            <a:lstStyle/>
            <a:p>
              <a:pPr algn="ctr" marL="0" indent="0" lvl="0">
                <a:lnSpc>
                  <a:spcPts val="3639"/>
                </a:lnSpc>
              </a:pPr>
              <a:r>
                <a:rPr lang="en-US" b="true" sz="2599">
                  <a:solidFill>
                    <a:srgbClr val="4A44BD"/>
                  </a:solidFill>
                  <a:latin typeface="Open Sans Bold"/>
                  <a:ea typeface="Open Sans Bold"/>
                  <a:cs typeface="Open Sans Bold"/>
                  <a:sym typeface="Open Sans Bold"/>
                </a:rPr>
                <a:t>Mục tiêu số 3</a:t>
              </a:r>
            </a:p>
          </p:txBody>
        </p:sp>
        <p:sp>
          <p:nvSpPr>
            <p:cNvPr name="TextBox 13" id="13"/>
            <p:cNvSpPr txBox="true"/>
            <p:nvPr/>
          </p:nvSpPr>
          <p:spPr>
            <a:xfrm rot="0">
              <a:off x="0" y="607504"/>
              <a:ext cx="5857625" cy="1004993"/>
            </a:xfrm>
            <a:prstGeom prst="rect">
              <a:avLst/>
            </a:prstGeom>
          </p:spPr>
          <p:txBody>
            <a:bodyPr anchor="t" rtlCol="false" tIns="0" lIns="0" bIns="0" rIns="0">
              <a:spAutoFit/>
            </a:bodyPr>
            <a:lstStyle/>
            <a:p>
              <a:pPr algn="ctr">
                <a:lnSpc>
                  <a:spcPts val="3079"/>
                </a:lnSpc>
              </a:pPr>
              <a:r>
                <a:rPr lang="en-US" sz="2199">
                  <a:solidFill>
                    <a:srgbClr val="000000"/>
                  </a:solidFill>
                  <a:latin typeface="Open Sans"/>
                  <a:ea typeface="Open Sans"/>
                  <a:cs typeface="Open Sans"/>
                  <a:sym typeface="Open Sans"/>
                </a:rPr>
                <a:t>Hãy giải thích ngắn gọn</a:t>
              </a:r>
            </a:p>
            <a:p>
              <a:pPr algn="ctr">
                <a:lnSpc>
                  <a:spcPts val="3079"/>
                </a:lnSpc>
              </a:pPr>
              <a:r>
                <a:rPr lang="en-US" sz="2199">
                  <a:solidFill>
                    <a:srgbClr val="000000"/>
                  </a:solidFill>
                  <a:latin typeface="Open Sans"/>
                  <a:ea typeface="Open Sans"/>
                  <a:cs typeface="Open Sans"/>
                  <a:sym typeface="Open Sans"/>
                </a:rPr>
                <a:t>về biểu đồ.</a:t>
              </a:r>
            </a:p>
          </p:txBody>
        </p:sp>
      </p:grpSp>
      <p:grpSp>
        <p:nvGrpSpPr>
          <p:cNvPr name="Group 14" id="14"/>
          <p:cNvGrpSpPr/>
          <p:nvPr/>
        </p:nvGrpSpPr>
        <p:grpSpPr>
          <a:xfrm rot="0">
            <a:off x="11381151" y="7441894"/>
            <a:ext cx="4574755" cy="1209373"/>
            <a:chOff x="0" y="0"/>
            <a:chExt cx="6099673" cy="1612498"/>
          </a:xfrm>
        </p:grpSpPr>
        <p:sp>
          <p:nvSpPr>
            <p:cNvPr name="TextBox 15" id="15"/>
            <p:cNvSpPr txBox="true"/>
            <p:nvPr/>
          </p:nvSpPr>
          <p:spPr>
            <a:xfrm rot="0">
              <a:off x="0" y="-57150"/>
              <a:ext cx="6099673" cy="578697"/>
            </a:xfrm>
            <a:prstGeom prst="rect">
              <a:avLst/>
            </a:prstGeom>
          </p:spPr>
          <p:txBody>
            <a:bodyPr anchor="t" rtlCol="false" tIns="0" lIns="0" bIns="0" rIns="0">
              <a:spAutoFit/>
            </a:bodyPr>
            <a:lstStyle/>
            <a:p>
              <a:pPr algn="ctr" marL="0" indent="0" lvl="0">
                <a:lnSpc>
                  <a:spcPts val="3639"/>
                </a:lnSpc>
              </a:pPr>
              <a:r>
                <a:rPr lang="en-US" b="true" sz="2599">
                  <a:solidFill>
                    <a:srgbClr val="4A44BD"/>
                  </a:solidFill>
                  <a:latin typeface="Open Sans Bold"/>
                  <a:ea typeface="Open Sans Bold"/>
                  <a:cs typeface="Open Sans Bold"/>
                  <a:sym typeface="Open Sans Bold"/>
                </a:rPr>
                <a:t>Mục tiêu số 4</a:t>
              </a:r>
            </a:p>
          </p:txBody>
        </p:sp>
        <p:sp>
          <p:nvSpPr>
            <p:cNvPr name="TextBox 16" id="16"/>
            <p:cNvSpPr txBox="true"/>
            <p:nvPr/>
          </p:nvSpPr>
          <p:spPr>
            <a:xfrm rot="0">
              <a:off x="0" y="607504"/>
              <a:ext cx="6099673" cy="1004993"/>
            </a:xfrm>
            <a:prstGeom prst="rect">
              <a:avLst/>
            </a:prstGeom>
          </p:spPr>
          <p:txBody>
            <a:bodyPr anchor="t" rtlCol="false" tIns="0" lIns="0" bIns="0" rIns="0">
              <a:spAutoFit/>
            </a:bodyPr>
            <a:lstStyle/>
            <a:p>
              <a:pPr algn="ctr">
                <a:lnSpc>
                  <a:spcPts val="3079"/>
                </a:lnSpc>
              </a:pPr>
              <a:r>
                <a:rPr lang="en-US" sz="2199">
                  <a:solidFill>
                    <a:srgbClr val="000000"/>
                  </a:solidFill>
                  <a:latin typeface="Open Sans"/>
                  <a:ea typeface="Open Sans"/>
                  <a:cs typeface="Open Sans"/>
                  <a:sym typeface="Open Sans"/>
                </a:rPr>
                <a:t>Hãy giải thích ngắn gọn</a:t>
              </a:r>
            </a:p>
            <a:p>
              <a:pPr algn="ctr">
                <a:lnSpc>
                  <a:spcPts val="3079"/>
                </a:lnSpc>
              </a:pPr>
              <a:r>
                <a:rPr lang="en-US" sz="2199">
                  <a:solidFill>
                    <a:srgbClr val="000000"/>
                  </a:solidFill>
                  <a:latin typeface="Open Sans"/>
                  <a:ea typeface="Open Sans"/>
                  <a:cs typeface="Open Sans"/>
                  <a:sym typeface="Open Sans"/>
                </a:rPr>
                <a:t>về biểu đồ.</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2702" y="9268371"/>
            <a:ext cx="6486365" cy="1018629"/>
            <a:chOff x="0" y="0"/>
            <a:chExt cx="1708343" cy="268281"/>
          </a:xfrm>
        </p:grpSpPr>
        <p:sp>
          <p:nvSpPr>
            <p:cNvPr name="Freeform 3" id="3"/>
            <p:cNvSpPr/>
            <p:nvPr/>
          </p:nvSpPr>
          <p:spPr>
            <a:xfrm flipH="false" flipV="false" rot="0">
              <a:off x="0" y="0"/>
              <a:ext cx="1708343" cy="268281"/>
            </a:xfrm>
            <a:custGeom>
              <a:avLst/>
              <a:gdLst/>
              <a:ahLst/>
              <a:cxnLst/>
              <a:rect r="r" b="b" t="t" l="l"/>
              <a:pathLst>
                <a:path h="268281" w="1708343">
                  <a:moveTo>
                    <a:pt x="119357" y="0"/>
                  </a:moveTo>
                  <a:lnTo>
                    <a:pt x="1588986" y="0"/>
                  </a:lnTo>
                  <a:cubicBezTo>
                    <a:pt x="1654905" y="0"/>
                    <a:pt x="1708343" y="53438"/>
                    <a:pt x="1708343" y="119357"/>
                  </a:cubicBezTo>
                  <a:lnTo>
                    <a:pt x="1708343" y="148924"/>
                  </a:lnTo>
                  <a:cubicBezTo>
                    <a:pt x="1708343" y="180580"/>
                    <a:pt x="1695768" y="210938"/>
                    <a:pt x="1673384" y="233322"/>
                  </a:cubicBezTo>
                  <a:cubicBezTo>
                    <a:pt x="1651000" y="255706"/>
                    <a:pt x="1620642" y="268281"/>
                    <a:pt x="1588986" y="268281"/>
                  </a:cubicBezTo>
                  <a:lnTo>
                    <a:pt x="119357" y="268281"/>
                  </a:lnTo>
                  <a:cubicBezTo>
                    <a:pt x="53438" y="268281"/>
                    <a:pt x="0" y="214843"/>
                    <a:pt x="0" y="148924"/>
                  </a:cubicBezTo>
                  <a:lnTo>
                    <a:pt x="0" y="119357"/>
                  </a:lnTo>
                  <a:cubicBezTo>
                    <a:pt x="0" y="53438"/>
                    <a:pt x="53438" y="0"/>
                    <a:pt x="119357" y="0"/>
                  </a:cubicBezTo>
                  <a:close/>
                </a:path>
              </a:pathLst>
            </a:custGeom>
            <a:solidFill>
              <a:srgbClr val="C0E4F6"/>
            </a:solidFill>
          </p:spPr>
        </p:sp>
        <p:sp>
          <p:nvSpPr>
            <p:cNvPr name="TextBox 4" id="4"/>
            <p:cNvSpPr txBox="true"/>
            <p:nvPr/>
          </p:nvSpPr>
          <p:spPr>
            <a:xfrm>
              <a:off x="0" y="-28575"/>
              <a:ext cx="1708343" cy="296856"/>
            </a:xfrm>
            <a:prstGeom prst="rect">
              <a:avLst/>
            </a:prstGeom>
          </p:spPr>
          <p:txBody>
            <a:bodyPr anchor="ctr" rtlCol="false" tIns="50800" lIns="50800" bIns="50800" rIns="50800"/>
            <a:lstStyle/>
            <a:p>
              <a:pPr algn="ctr">
                <a:lnSpc>
                  <a:spcPts val="2100"/>
                </a:lnSpc>
              </a:pPr>
            </a:p>
          </p:txBody>
        </p:sp>
      </p:grpSp>
      <p:grpSp>
        <p:nvGrpSpPr>
          <p:cNvPr name="Group 5" id="5"/>
          <p:cNvGrpSpPr/>
          <p:nvPr/>
        </p:nvGrpSpPr>
        <p:grpSpPr>
          <a:xfrm rot="0">
            <a:off x="3310361" y="9681230"/>
            <a:ext cx="15903157" cy="640680"/>
            <a:chOff x="0" y="0"/>
            <a:chExt cx="4188486" cy="168739"/>
          </a:xfrm>
        </p:grpSpPr>
        <p:sp>
          <p:nvSpPr>
            <p:cNvPr name="Freeform 6" id="6"/>
            <p:cNvSpPr/>
            <p:nvPr/>
          </p:nvSpPr>
          <p:spPr>
            <a:xfrm flipH="false" flipV="false" rot="0">
              <a:off x="0" y="0"/>
              <a:ext cx="4188486" cy="168739"/>
            </a:xfrm>
            <a:custGeom>
              <a:avLst/>
              <a:gdLst/>
              <a:ahLst/>
              <a:cxnLst/>
              <a:rect r="r" b="b" t="t" l="l"/>
              <a:pathLst>
                <a:path h="168739" w="4188486">
                  <a:moveTo>
                    <a:pt x="203200" y="0"/>
                  </a:moveTo>
                  <a:lnTo>
                    <a:pt x="4188486" y="0"/>
                  </a:lnTo>
                  <a:lnTo>
                    <a:pt x="3985286" y="168739"/>
                  </a:lnTo>
                  <a:lnTo>
                    <a:pt x="0" y="168739"/>
                  </a:lnTo>
                  <a:lnTo>
                    <a:pt x="203200" y="0"/>
                  </a:lnTo>
                  <a:close/>
                </a:path>
              </a:pathLst>
            </a:custGeom>
            <a:solidFill>
              <a:srgbClr val="4A44BD"/>
            </a:solidFill>
          </p:spPr>
        </p:sp>
        <p:sp>
          <p:nvSpPr>
            <p:cNvPr name="TextBox 7" id="7"/>
            <p:cNvSpPr txBox="true"/>
            <p:nvPr/>
          </p:nvSpPr>
          <p:spPr>
            <a:xfrm>
              <a:off x="101600" y="-28575"/>
              <a:ext cx="3985286" cy="197314"/>
            </a:xfrm>
            <a:prstGeom prst="rect">
              <a:avLst/>
            </a:prstGeom>
          </p:spPr>
          <p:txBody>
            <a:bodyPr anchor="ctr" rtlCol="false" tIns="50800" lIns="50800" bIns="50800" rIns="50800"/>
            <a:lstStyle/>
            <a:p>
              <a:pPr algn="ctr">
                <a:lnSpc>
                  <a:spcPts val="2100"/>
                </a:lnSpc>
              </a:pPr>
            </a:p>
          </p:txBody>
        </p:sp>
      </p:grpSp>
      <p:sp>
        <p:nvSpPr>
          <p:cNvPr name="TextBox 8" id="8"/>
          <p:cNvSpPr txBox="true"/>
          <p:nvPr/>
        </p:nvSpPr>
        <p:spPr>
          <a:xfrm rot="0">
            <a:off x="515811" y="9631953"/>
            <a:ext cx="2541534" cy="281940"/>
          </a:xfrm>
          <a:prstGeom prst="rect">
            <a:avLst/>
          </a:prstGeom>
        </p:spPr>
        <p:txBody>
          <a:bodyPr anchor="t" rtlCol="false" tIns="0" lIns="0" bIns="0" rIns="0">
            <a:spAutoFit/>
          </a:bodyPr>
          <a:lstStyle/>
          <a:p>
            <a:pPr algn="l" marL="0" indent="0" lvl="0">
              <a:lnSpc>
                <a:spcPts val="2340"/>
              </a:lnSpc>
              <a:spcBef>
                <a:spcPct val="0"/>
              </a:spcBef>
            </a:pPr>
            <a:r>
              <a:rPr lang="en-US" b="true" sz="1800" u="sng">
                <a:solidFill>
                  <a:srgbClr val="4A44BD"/>
                </a:solidFill>
                <a:latin typeface="Open Sans Bold"/>
                <a:ea typeface="Open Sans Bold"/>
                <a:cs typeface="Open Sans Bold"/>
                <a:sym typeface="Open Sans Bold"/>
                <a:hlinkClick r:id="rId2" action="ppaction://hlinksldjump"/>
              </a:rPr>
              <a:t>Trở lại Chương trình</a:t>
            </a:r>
          </a:p>
        </p:txBody>
      </p:sp>
      <p:sp>
        <p:nvSpPr>
          <p:cNvPr name="TextBox 9" id="9"/>
          <p:cNvSpPr txBox="true"/>
          <p:nvPr/>
        </p:nvSpPr>
        <p:spPr>
          <a:xfrm rot="0">
            <a:off x="1599219" y="1694025"/>
            <a:ext cx="5415545" cy="2276475"/>
          </a:xfrm>
          <a:prstGeom prst="rect">
            <a:avLst/>
          </a:prstGeom>
        </p:spPr>
        <p:txBody>
          <a:bodyPr anchor="t" rtlCol="false" tIns="0" lIns="0" bIns="0" rIns="0">
            <a:spAutoFit/>
          </a:bodyPr>
          <a:lstStyle/>
          <a:p>
            <a:pPr algn="l" marL="0" indent="0" lvl="0">
              <a:lnSpc>
                <a:spcPts val="8925"/>
              </a:lnSpc>
            </a:pPr>
            <a:r>
              <a:rPr lang="en-US" b="true" sz="7500" spc="-150">
                <a:solidFill>
                  <a:srgbClr val="4A44BD"/>
                </a:solidFill>
                <a:latin typeface="Be Vietnam Ultra-Bold"/>
                <a:ea typeface="Be Vietnam Ultra-Bold"/>
                <a:cs typeface="Be Vietnam Ultra-Bold"/>
                <a:sym typeface="Be Vietnam Ultra-Bold"/>
              </a:rPr>
              <a:t>Lịch trình đề xuất</a:t>
            </a:r>
          </a:p>
        </p:txBody>
      </p:sp>
      <p:grpSp>
        <p:nvGrpSpPr>
          <p:cNvPr name="Group 10" id="10"/>
          <p:cNvGrpSpPr/>
          <p:nvPr/>
        </p:nvGrpSpPr>
        <p:grpSpPr>
          <a:xfrm rot="-5400000">
            <a:off x="9826874" y="514361"/>
            <a:ext cx="928710" cy="3288037"/>
            <a:chOff x="0" y="0"/>
            <a:chExt cx="4224020" cy="14954863"/>
          </a:xfrm>
        </p:grpSpPr>
        <p:sp>
          <p:nvSpPr>
            <p:cNvPr name="Freeform 11" id="11"/>
            <p:cNvSpPr/>
            <p:nvPr/>
          </p:nvSpPr>
          <p:spPr>
            <a:xfrm flipH="false" flipV="false" rot="0">
              <a:off x="0" y="0"/>
              <a:ext cx="4224020" cy="14954864"/>
            </a:xfrm>
            <a:custGeom>
              <a:avLst/>
              <a:gdLst/>
              <a:ahLst/>
              <a:cxnLst/>
              <a:rect r="r" b="b" t="t" l="l"/>
              <a:pathLst>
                <a:path h="14954864" w="4224020">
                  <a:moveTo>
                    <a:pt x="4224020" y="14954864"/>
                  </a:moveTo>
                  <a:lnTo>
                    <a:pt x="2441575" y="14954864"/>
                  </a:lnTo>
                  <a:cubicBezTo>
                    <a:pt x="1093089" y="14954864"/>
                    <a:pt x="0" y="13861774"/>
                    <a:pt x="0" y="12513288"/>
                  </a:cubicBezTo>
                  <a:lnTo>
                    <a:pt x="0" y="0"/>
                  </a:lnTo>
                  <a:lnTo>
                    <a:pt x="1782445" y="0"/>
                  </a:lnTo>
                  <a:cubicBezTo>
                    <a:pt x="3130931" y="0"/>
                    <a:pt x="4224020" y="1093089"/>
                    <a:pt x="4224020" y="2441575"/>
                  </a:cubicBezTo>
                  <a:lnTo>
                    <a:pt x="4224020" y="14954864"/>
                  </a:lnTo>
                  <a:close/>
                </a:path>
              </a:pathLst>
            </a:custGeom>
            <a:solidFill>
              <a:srgbClr val="C0E4F6"/>
            </a:solidFill>
          </p:spPr>
        </p:sp>
      </p:grpSp>
      <p:sp>
        <p:nvSpPr>
          <p:cNvPr name="TextBox 12" id="12"/>
          <p:cNvSpPr txBox="true"/>
          <p:nvPr/>
        </p:nvSpPr>
        <p:spPr>
          <a:xfrm rot="0">
            <a:off x="9049619" y="1905650"/>
            <a:ext cx="2483221" cy="448310"/>
          </a:xfrm>
          <a:prstGeom prst="rect">
            <a:avLst/>
          </a:prstGeom>
        </p:spPr>
        <p:txBody>
          <a:bodyPr anchor="t" rtlCol="false" tIns="0" lIns="0" bIns="0" rIns="0">
            <a:spAutoFit/>
          </a:bodyPr>
          <a:lstStyle/>
          <a:p>
            <a:pPr algn="ctr" marL="0" indent="0" lvl="0">
              <a:lnSpc>
                <a:spcPts val="3639"/>
              </a:lnSpc>
            </a:pPr>
            <a:r>
              <a:rPr lang="en-US" b="true" sz="2599">
                <a:solidFill>
                  <a:srgbClr val="4A44BD"/>
                </a:solidFill>
                <a:latin typeface="Open Sans Bold"/>
                <a:ea typeface="Open Sans Bold"/>
                <a:cs typeface="Open Sans Bold"/>
                <a:sym typeface="Open Sans Bold"/>
              </a:rPr>
              <a:t>2022</a:t>
            </a:r>
          </a:p>
        </p:txBody>
      </p:sp>
      <p:grpSp>
        <p:nvGrpSpPr>
          <p:cNvPr name="Group 13" id="13"/>
          <p:cNvGrpSpPr/>
          <p:nvPr/>
        </p:nvGrpSpPr>
        <p:grpSpPr>
          <a:xfrm rot="-5400000">
            <a:off x="9826874" y="2345245"/>
            <a:ext cx="928710" cy="3288037"/>
            <a:chOff x="0" y="0"/>
            <a:chExt cx="4224020" cy="14954863"/>
          </a:xfrm>
        </p:grpSpPr>
        <p:sp>
          <p:nvSpPr>
            <p:cNvPr name="Freeform 14" id="14"/>
            <p:cNvSpPr/>
            <p:nvPr/>
          </p:nvSpPr>
          <p:spPr>
            <a:xfrm flipH="false" flipV="false" rot="0">
              <a:off x="0" y="0"/>
              <a:ext cx="4224020" cy="14954864"/>
            </a:xfrm>
            <a:custGeom>
              <a:avLst/>
              <a:gdLst/>
              <a:ahLst/>
              <a:cxnLst/>
              <a:rect r="r" b="b" t="t" l="l"/>
              <a:pathLst>
                <a:path h="14954864" w="4224020">
                  <a:moveTo>
                    <a:pt x="4224020" y="14954864"/>
                  </a:moveTo>
                  <a:lnTo>
                    <a:pt x="2441575" y="14954864"/>
                  </a:lnTo>
                  <a:cubicBezTo>
                    <a:pt x="1093089" y="14954864"/>
                    <a:pt x="0" y="13861774"/>
                    <a:pt x="0" y="12513288"/>
                  </a:cubicBezTo>
                  <a:lnTo>
                    <a:pt x="0" y="0"/>
                  </a:lnTo>
                  <a:lnTo>
                    <a:pt x="1782445" y="0"/>
                  </a:lnTo>
                  <a:cubicBezTo>
                    <a:pt x="3130931" y="0"/>
                    <a:pt x="4224020" y="1093089"/>
                    <a:pt x="4224020" y="2441575"/>
                  </a:cubicBezTo>
                  <a:lnTo>
                    <a:pt x="4224020" y="14954864"/>
                  </a:lnTo>
                  <a:close/>
                </a:path>
              </a:pathLst>
            </a:custGeom>
            <a:solidFill>
              <a:srgbClr val="C0E4F6"/>
            </a:solidFill>
          </p:spPr>
        </p:sp>
      </p:grpSp>
      <p:grpSp>
        <p:nvGrpSpPr>
          <p:cNvPr name="Group 15" id="15"/>
          <p:cNvGrpSpPr/>
          <p:nvPr/>
        </p:nvGrpSpPr>
        <p:grpSpPr>
          <a:xfrm rot="-5400000">
            <a:off x="9826874" y="4176128"/>
            <a:ext cx="928710" cy="3288037"/>
            <a:chOff x="0" y="0"/>
            <a:chExt cx="4224020" cy="14954863"/>
          </a:xfrm>
        </p:grpSpPr>
        <p:sp>
          <p:nvSpPr>
            <p:cNvPr name="Freeform 16" id="16"/>
            <p:cNvSpPr/>
            <p:nvPr/>
          </p:nvSpPr>
          <p:spPr>
            <a:xfrm flipH="false" flipV="false" rot="0">
              <a:off x="0" y="0"/>
              <a:ext cx="4224020" cy="14954864"/>
            </a:xfrm>
            <a:custGeom>
              <a:avLst/>
              <a:gdLst/>
              <a:ahLst/>
              <a:cxnLst/>
              <a:rect r="r" b="b" t="t" l="l"/>
              <a:pathLst>
                <a:path h="14954864" w="4224020">
                  <a:moveTo>
                    <a:pt x="4224020" y="14954864"/>
                  </a:moveTo>
                  <a:lnTo>
                    <a:pt x="2441575" y="14954864"/>
                  </a:lnTo>
                  <a:cubicBezTo>
                    <a:pt x="1093089" y="14954864"/>
                    <a:pt x="0" y="13861774"/>
                    <a:pt x="0" y="12513288"/>
                  </a:cubicBezTo>
                  <a:lnTo>
                    <a:pt x="0" y="0"/>
                  </a:lnTo>
                  <a:lnTo>
                    <a:pt x="1782445" y="0"/>
                  </a:lnTo>
                  <a:cubicBezTo>
                    <a:pt x="3130931" y="0"/>
                    <a:pt x="4224020" y="1093089"/>
                    <a:pt x="4224020" y="2441575"/>
                  </a:cubicBezTo>
                  <a:lnTo>
                    <a:pt x="4224020" y="14954864"/>
                  </a:lnTo>
                  <a:close/>
                </a:path>
              </a:pathLst>
            </a:custGeom>
            <a:solidFill>
              <a:srgbClr val="C0E4F6"/>
            </a:solidFill>
          </p:spPr>
        </p:sp>
      </p:grpSp>
      <p:grpSp>
        <p:nvGrpSpPr>
          <p:cNvPr name="Group 17" id="17"/>
          <p:cNvGrpSpPr/>
          <p:nvPr/>
        </p:nvGrpSpPr>
        <p:grpSpPr>
          <a:xfrm rot="-5400000">
            <a:off x="9826874" y="6007011"/>
            <a:ext cx="928710" cy="3288037"/>
            <a:chOff x="0" y="0"/>
            <a:chExt cx="4224020" cy="14954863"/>
          </a:xfrm>
        </p:grpSpPr>
        <p:sp>
          <p:nvSpPr>
            <p:cNvPr name="Freeform 18" id="18"/>
            <p:cNvSpPr/>
            <p:nvPr/>
          </p:nvSpPr>
          <p:spPr>
            <a:xfrm flipH="false" flipV="false" rot="0">
              <a:off x="0" y="0"/>
              <a:ext cx="4224020" cy="14954864"/>
            </a:xfrm>
            <a:custGeom>
              <a:avLst/>
              <a:gdLst/>
              <a:ahLst/>
              <a:cxnLst/>
              <a:rect r="r" b="b" t="t" l="l"/>
              <a:pathLst>
                <a:path h="14954864" w="4224020">
                  <a:moveTo>
                    <a:pt x="4224020" y="14954864"/>
                  </a:moveTo>
                  <a:lnTo>
                    <a:pt x="2441575" y="14954864"/>
                  </a:lnTo>
                  <a:cubicBezTo>
                    <a:pt x="1093089" y="14954864"/>
                    <a:pt x="0" y="13861774"/>
                    <a:pt x="0" y="12513288"/>
                  </a:cubicBezTo>
                  <a:lnTo>
                    <a:pt x="0" y="0"/>
                  </a:lnTo>
                  <a:lnTo>
                    <a:pt x="1782445" y="0"/>
                  </a:lnTo>
                  <a:cubicBezTo>
                    <a:pt x="3130931" y="0"/>
                    <a:pt x="4224020" y="1093089"/>
                    <a:pt x="4224020" y="2441575"/>
                  </a:cubicBezTo>
                  <a:lnTo>
                    <a:pt x="4224020" y="14954864"/>
                  </a:lnTo>
                  <a:close/>
                </a:path>
              </a:pathLst>
            </a:custGeom>
            <a:solidFill>
              <a:srgbClr val="C0E4F6"/>
            </a:solidFill>
          </p:spPr>
        </p:sp>
      </p:grpSp>
      <p:sp>
        <p:nvSpPr>
          <p:cNvPr name="TextBox 19" id="19"/>
          <p:cNvSpPr txBox="true"/>
          <p:nvPr/>
        </p:nvSpPr>
        <p:spPr>
          <a:xfrm rot="0">
            <a:off x="9049619" y="3736533"/>
            <a:ext cx="2483221" cy="448310"/>
          </a:xfrm>
          <a:prstGeom prst="rect">
            <a:avLst/>
          </a:prstGeom>
        </p:spPr>
        <p:txBody>
          <a:bodyPr anchor="t" rtlCol="false" tIns="0" lIns="0" bIns="0" rIns="0">
            <a:spAutoFit/>
          </a:bodyPr>
          <a:lstStyle/>
          <a:p>
            <a:pPr algn="ctr" marL="0" indent="0" lvl="0">
              <a:lnSpc>
                <a:spcPts val="3639"/>
              </a:lnSpc>
            </a:pPr>
            <a:r>
              <a:rPr lang="en-US" b="true" sz="2599">
                <a:solidFill>
                  <a:srgbClr val="4A44BD"/>
                </a:solidFill>
                <a:latin typeface="Open Sans Bold"/>
                <a:ea typeface="Open Sans Bold"/>
                <a:cs typeface="Open Sans Bold"/>
                <a:sym typeface="Open Sans Bold"/>
              </a:rPr>
              <a:t>2023</a:t>
            </a:r>
          </a:p>
        </p:txBody>
      </p:sp>
      <p:sp>
        <p:nvSpPr>
          <p:cNvPr name="TextBox 20" id="20"/>
          <p:cNvSpPr txBox="true"/>
          <p:nvPr/>
        </p:nvSpPr>
        <p:spPr>
          <a:xfrm rot="0">
            <a:off x="9049619" y="5567416"/>
            <a:ext cx="2483221" cy="448310"/>
          </a:xfrm>
          <a:prstGeom prst="rect">
            <a:avLst/>
          </a:prstGeom>
        </p:spPr>
        <p:txBody>
          <a:bodyPr anchor="t" rtlCol="false" tIns="0" lIns="0" bIns="0" rIns="0">
            <a:spAutoFit/>
          </a:bodyPr>
          <a:lstStyle/>
          <a:p>
            <a:pPr algn="ctr" marL="0" indent="0" lvl="0">
              <a:lnSpc>
                <a:spcPts val="3639"/>
              </a:lnSpc>
            </a:pPr>
            <a:r>
              <a:rPr lang="en-US" b="true" sz="2599">
                <a:solidFill>
                  <a:srgbClr val="4A44BD"/>
                </a:solidFill>
                <a:latin typeface="Open Sans Bold"/>
                <a:ea typeface="Open Sans Bold"/>
                <a:cs typeface="Open Sans Bold"/>
                <a:sym typeface="Open Sans Bold"/>
              </a:rPr>
              <a:t>2024</a:t>
            </a:r>
          </a:p>
        </p:txBody>
      </p:sp>
      <p:sp>
        <p:nvSpPr>
          <p:cNvPr name="TextBox 21" id="21"/>
          <p:cNvSpPr txBox="true"/>
          <p:nvPr/>
        </p:nvSpPr>
        <p:spPr>
          <a:xfrm rot="0">
            <a:off x="9049619" y="7398299"/>
            <a:ext cx="2483221" cy="448310"/>
          </a:xfrm>
          <a:prstGeom prst="rect">
            <a:avLst/>
          </a:prstGeom>
        </p:spPr>
        <p:txBody>
          <a:bodyPr anchor="t" rtlCol="false" tIns="0" lIns="0" bIns="0" rIns="0">
            <a:spAutoFit/>
          </a:bodyPr>
          <a:lstStyle/>
          <a:p>
            <a:pPr algn="ctr" marL="0" indent="0" lvl="0">
              <a:lnSpc>
                <a:spcPts val="3639"/>
              </a:lnSpc>
            </a:pPr>
            <a:r>
              <a:rPr lang="en-US" b="true" sz="2599">
                <a:solidFill>
                  <a:srgbClr val="4A44BD"/>
                </a:solidFill>
                <a:latin typeface="Open Sans Bold"/>
                <a:ea typeface="Open Sans Bold"/>
                <a:cs typeface="Open Sans Bold"/>
                <a:sym typeface="Open Sans Bold"/>
              </a:rPr>
              <a:t>2025</a:t>
            </a:r>
          </a:p>
        </p:txBody>
      </p:sp>
      <p:sp>
        <p:nvSpPr>
          <p:cNvPr name="AutoShape 22" id="22"/>
          <p:cNvSpPr/>
          <p:nvPr/>
        </p:nvSpPr>
        <p:spPr>
          <a:xfrm rot="5399999">
            <a:off x="9840143" y="3059534"/>
            <a:ext cx="902173" cy="28575"/>
          </a:xfrm>
          <a:prstGeom prst="line">
            <a:avLst/>
          </a:prstGeom>
          <a:ln cap="flat" w="28575">
            <a:solidFill>
              <a:srgbClr val="4A44BD"/>
            </a:solidFill>
            <a:prstDash val="solid"/>
            <a:headEnd type="none" len="sm" w="sm"/>
            <a:tailEnd type="none" len="sm" w="sm"/>
          </a:ln>
        </p:spPr>
      </p:sp>
      <p:sp>
        <p:nvSpPr>
          <p:cNvPr name="AutoShape 23" id="23"/>
          <p:cNvSpPr/>
          <p:nvPr/>
        </p:nvSpPr>
        <p:spPr>
          <a:xfrm rot="5400000">
            <a:off x="9840143" y="4890417"/>
            <a:ext cx="902173" cy="28575"/>
          </a:xfrm>
          <a:prstGeom prst="line">
            <a:avLst/>
          </a:prstGeom>
          <a:ln cap="flat" w="28575">
            <a:solidFill>
              <a:srgbClr val="4A44BD"/>
            </a:solidFill>
            <a:prstDash val="solid"/>
            <a:headEnd type="none" len="sm" w="sm"/>
            <a:tailEnd type="none" len="sm" w="sm"/>
          </a:ln>
        </p:spPr>
      </p:sp>
      <p:sp>
        <p:nvSpPr>
          <p:cNvPr name="AutoShape 24" id="24"/>
          <p:cNvSpPr/>
          <p:nvPr/>
        </p:nvSpPr>
        <p:spPr>
          <a:xfrm rot="5399999">
            <a:off x="9840143" y="6721300"/>
            <a:ext cx="902173" cy="28575"/>
          </a:xfrm>
          <a:prstGeom prst="line">
            <a:avLst/>
          </a:prstGeom>
          <a:ln cap="flat" w="28575">
            <a:solidFill>
              <a:srgbClr val="4A44BD"/>
            </a:solidFill>
            <a:prstDash val="solid"/>
            <a:headEnd type="none" len="sm" w="sm"/>
            <a:tailEnd type="none" len="sm" w="sm"/>
          </a:ln>
        </p:spPr>
      </p:sp>
      <p:sp>
        <p:nvSpPr>
          <p:cNvPr name="TextBox 25" id="25"/>
          <p:cNvSpPr txBox="true"/>
          <p:nvPr/>
        </p:nvSpPr>
        <p:spPr>
          <a:xfrm rot="0">
            <a:off x="12293817" y="1757695"/>
            <a:ext cx="4965483" cy="763270"/>
          </a:xfrm>
          <a:prstGeom prst="rect">
            <a:avLst/>
          </a:prstGeom>
        </p:spPr>
        <p:txBody>
          <a:bodyPr anchor="t" rtlCol="false" tIns="0" lIns="0" bIns="0" rIns="0">
            <a:spAutoFit/>
          </a:bodyPr>
          <a:lstStyle/>
          <a:p>
            <a:pPr algn="l">
              <a:lnSpc>
                <a:spcPts val="3079"/>
              </a:lnSpc>
            </a:pPr>
            <a:r>
              <a:rPr lang="en-US" sz="2199">
                <a:solidFill>
                  <a:srgbClr val="000000"/>
                </a:solidFill>
                <a:latin typeface="Open Sans"/>
                <a:ea typeface="Open Sans"/>
                <a:cs typeface="Open Sans"/>
                <a:sym typeface="Open Sans"/>
              </a:rPr>
              <a:t>Hãy viết dự án hoặc cột mốc</a:t>
            </a:r>
          </a:p>
          <a:p>
            <a:pPr algn="l">
              <a:lnSpc>
                <a:spcPts val="3079"/>
              </a:lnSpc>
            </a:pPr>
            <a:r>
              <a:rPr lang="en-US" sz="2199">
                <a:solidFill>
                  <a:srgbClr val="000000"/>
                </a:solidFill>
                <a:latin typeface="Open Sans"/>
                <a:ea typeface="Open Sans"/>
                <a:cs typeface="Open Sans"/>
                <a:sym typeface="Open Sans"/>
              </a:rPr>
              <a:t>quan trọng vào đây.</a:t>
            </a:r>
          </a:p>
        </p:txBody>
      </p:sp>
      <p:sp>
        <p:nvSpPr>
          <p:cNvPr name="TextBox 26" id="26"/>
          <p:cNvSpPr txBox="true"/>
          <p:nvPr/>
        </p:nvSpPr>
        <p:spPr>
          <a:xfrm rot="0">
            <a:off x="12293817" y="3588578"/>
            <a:ext cx="4965483" cy="763270"/>
          </a:xfrm>
          <a:prstGeom prst="rect">
            <a:avLst/>
          </a:prstGeom>
        </p:spPr>
        <p:txBody>
          <a:bodyPr anchor="t" rtlCol="false" tIns="0" lIns="0" bIns="0" rIns="0">
            <a:spAutoFit/>
          </a:bodyPr>
          <a:lstStyle/>
          <a:p>
            <a:pPr algn="l">
              <a:lnSpc>
                <a:spcPts val="3079"/>
              </a:lnSpc>
            </a:pPr>
            <a:r>
              <a:rPr lang="en-US" sz="2199">
                <a:solidFill>
                  <a:srgbClr val="000000"/>
                </a:solidFill>
                <a:latin typeface="Open Sans"/>
                <a:ea typeface="Open Sans"/>
                <a:cs typeface="Open Sans"/>
                <a:sym typeface="Open Sans"/>
              </a:rPr>
              <a:t>Hãy viết dự án hoặc cột mốc</a:t>
            </a:r>
          </a:p>
          <a:p>
            <a:pPr algn="l">
              <a:lnSpc>
                <a:spcPts val="3079"/>
              </a:lnSpc>
            </a:pPr>
            <a:r>
              <a:rPr lang="en-US" sz="2199">
                <a:solidFill>
                  <a:srgbClr val="000000"/>
                </a:solidFill>
                <a:latin typeface="Open Sans"/>
                <a:ea typeface="Open Sans"/>
                <a:cs typeface="Open Sans"/>
                <a:sym typeface="Open Sans"/>
              </a:rPr>
              <a:t>quan trọng vào đây.</a:t>
            </a:r>
          </a:p>
        </p:txBody>
      </p:sp>
      <p:sp>
        <p:nvSpPr>
          <p:cNvPr name="TextBox 27" id="27"/>
          <p:cNvSpPr txBox="true"/>
          <p:nvPr/>
        </p:nvSpPr>
        <p:spPr>
          <a:xfrm rot="0">
            <a:off x="12293817" y="5419461"/>
            <a:ext cx="4965483" cy="763270"/>
          </a:xfrm>
          <a:prstGeom prst="rect">
            <a:avLst/>
          </a:prstGeom>
        </p:spPr>
        <p:txBody>
          <a:bodyPr anchor="t" rtlCol="false" tIns="0" lIns="0" bIns="0" rIns="0">
            <a:spAutoFit/>
          </a:bodyPr>
          <a:lstStyle/>
          <a:p>
            <a:pPr algn="l">
              <a:lnSpc>
                <a:spcPts val="3079"/>
              </a:lnSpc>
            </a:pPr>
            <a:r>
              <a:rPr lang="en-US" sz="2199">
                <a:solidFill>
                  <a:srgbClr val="000000"/>
                </a:solidFill>
                <a:latin typeface="Open Sans"/>
                <a:ea typeface="Open Sans"/>
                <a:cs typeface="Open Sans"/>
                <a:sym typeface="Open Sans"/>
              </a:rPr>
              <a:t>Hãy viết dự án hoặc cột mốc</a:t>
            </a:r>
          </a:p>
          <a:p>
            <a:pPr algn="l">
              <a:lnSpc>
                <a:spcPts val="3079"/>
              </a:lnSpc>
            </a:pPr>
            <a:r>
              <a:rPr lang="en-US" sz="2199">
                <a:solidFill>
                  <a:srgbClr val="000000"/>
                </a:solidFill>
                <a:latin typeface="Open Sans"/>
                <a:ea typeface="Open Sans"/>
                <a:cs typeface="Open Sans"/>
                <a:sym typeface="Open Sans"/>
              </a:rPr>
              <a:t>quan trọng vào đây.</a:t>
            </a:r>
          </a:p>
        </p:txBody>
      </p:sp>
      <p:sp>
        <p:nvSpPr>
          <p:cNvPr name="TextBox 28" id="28"/>
          <p:cNvSpPr txBox="true"/>
          <p:nvPr/>
        </p:nvSpPr>
        <p:spPr>
          <a:xfrm rot="0">
            <a:off x="12293817" y="7250344"/>
            <a:ext cx="4965483" cy="763270"/>
          </a:xfrm>
          <a:prstGeom prst="rect">
            <a:avLst/>
          </a:prstGeom>
        </p:spPr>
        <p:txBody>
          <a:bodyPr anchor="t" rtlCol="false" tIns="0" lIns="0" bIns="0" rIns="0">
            <a:spAutoFit/>
          </a:bodyPr>
          <a:lstStyle/>
          <a:p>
            <a:pPr algn="l">
              <a:lnSpc>
                <a:spcPts val="3079"/>
              </a:lnSpc>
            </a:pPr>
            <a:r>
              <a:rPr lang="en-US" sz="2199">
                <a:solidFill>
                  <a:srgbClr val="000000"/>
                </a:solidFill>
                <a:latin typeface="Open Sans"/>
                <a:ea typeface="Open Sans"/>
                <a:cs typeface="Open Sans"/>
                <a:sym typeface="Open Sans"/>
              </a:rPr>
              <a:t>Hãy viết dự án hoặc cột mốc</a:t>
            </a:r>
          </a:p>
          <a:p>
            <a:pPr algn="l">
              <a:lnSpc>
                <a:spcPts val="3079"/>
              </a:lnSpc>
            </a:pPr>
            <a:r>
              <a:rPr lang="en-US" sz="2199">
                <a:solidFill>
                  <a:srgbClr val="000000"/>
                </a:solidFill>
                <a:latin typeface="Open Sans"/>
                <a:ea typeface="Open Sans"/>
                <a:cs typeface="Open Sans"/>
                <a:sym typeface="Open Sans"/>
              </a:rPr>
              <a:t>quan trọng vào đây.</a:t>
            </a:r>
          </a:p>
        </p:txBody>
      </p:sp>
      <p:grpSp>
        <p:nvGrpSpPr>
          <p:cNvPr name="Group 29" id="29"/>
          <p:cNvGrpSpPr/>
          <p:nvPr/>
        </p:nvGrpSpPr>
        <p:grpSpPr>
          <a:xfrm rot="0">
            <a:off x="1599219" y="5360395"/>
            <a:ext cx="4764963" cy="1310663"/>
            <a:chOff x="0" y="0"/>
            <a:chExt cx="6353284" cy="1747550"/>
          </a:xfrm>
        </p:grpSpPr>
        <p:sp>
          <p:nvSpPr>
            <p:cNvPr name="TextBox 30" id="30"/>
            <p:cNvSpPr txBox="true"/>
            <p:nvPr/>
          </p:nvSpPr>
          <p:spPr>
            <a:xfrm rot="0">
              <a:off x="0" y="616192"/>
              <a:ext cx="6353284" cy="1131358"/>
            </a:xfrm>
            <a:prstGeom prst="rect">
              <a:avLst/>
            </a:prstGeom>
          </p:spPr>
          <p:txBody>
            <a:bodyPr anchor="t" rtlCol="false" tIns="0" lIns="0" bIns="0" rIns="0">
              <a:spAutoFit/>
            </a:bodyPr>
            <a:lstStyle/>
            <a:p>
              <a:pPr algn="l">
                <a:lnSpc>
                  <a:spcPts val="3499"/>
                </a:lnSpc>
              </a:pPr>
              <a:r>
                <a:rPr lang="en-US" sz="2499">
                  <a:solidFill>
                    <a:srgbClr val="000000"/>
                  </a:solidFill>
                  <a:latin typeface="Open Sans"/>
                  <a:ea typeface="Open Sans"/>
                  <a:cs typeface="Open Sans"/>
                  <a:sym typeface="Open Sans"/>
                </a:rPr>
                <a:t>Trình bày ngắn gọn những gì bạn muốn thảo luận.</a:t>
              </a:r>
            </a:p>
          </p:txBody>
        </p:sp>
        <p:sp>
          <p:nvSpPr>
            <p:cNvPr name="AutoShape 31" id="31"/>
            <p:cNvSpPr/>
            <p:nvPr/>
          </p:nvSpPr>
          <p:spPr>
            <a:xfrm>
              <a:off x="0" y="19050"/>
              <a:ext cx="1316667" cy="0"/>
            </a:xfrm>
            <a:prstGeom prst="line">
              <a:avLst/>
            </a:prstGeom>
            <a:ln cap="flat" w="38100">
              <a:solidFill>
                <a:srgbClr val="C0E4F6"/>
              </a:solidFill>
              <a:prstDash val="solid"/>
              <a:headEnd type="none" len="sm" w="sm"/>
              <a:tailEnd type="none" len="sm" w="sm"/>
            </a:ln>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2702" y="9268371"/>
            <a:ext cx="6486365" cy="1018629"/>
            <a:chOff x="0" y="0"/>
            <a:chExt cx="1708343" cy="268281"/>
          </a:xfrm>
        </p:grpSpPr>
        <p:sp>
          <p:nvSpPr>
            <p:cNvPr name="Freeform 3" id="3"/>
            <p:cNvSpPr/>
            <p:nvPr/>
          </p:nvSpPr>
          <p:spPr>
            <a:xfrm flipH="false" flipV="false" rot="0">
              <a:off x="0" y="0"/>
              <a:ext cx="1708343" cy="268281"/>
            </a:xfrm>
            <a:custGeom>
              <a:avLst/>
              <a:gdLst/>
              <a:ahLst/>
              <a:cxnLst/>
              <a:rect r="r" b="b" t="t" l="l"/>
              <a:pathLst>
                <a:path h="268281" w="1708343">
                  <a:moveTo>
                    <a:pt x="119357" y="0"/>
                  </a:moveTo>
                  <a:lnTo>
                    <a:pt x="1588986" y="0"/>
                  </a:lnTo>
                  <a:cubicBezTo>
                    <a:pt x="1654905" y="0"/>
                    <a:pt x="1708343" y="53438"/>
                    <a:pt x="1708343" y="119357"/>
                  </a:cubicBezTo>
                  <a:lnTo>
                    <a:pt x="1708343" y="148924"/>
                  </a:lnTo>
                  <a:cubicBezTo>
                    <a:pt x="1708343" y="180580"/>
                    <a:pt x="1695768" y="210938"/>
                    <a:pt x="1673384" y="233322"/>
                  </a:cubicBezTo>
                  <a:cubicBezTo>
                    <a:pt x="1651000" y="255706"/>
                    <a:pt x="1620642" y="268281"/>
                    <a:pt x="1588986" y="268281"/>
                  </a:cubicBezTo>
                  <a:lnTo>
                    <a:pt x="119357" y="268281"/>
                  </a:lnTo>
                  <a:cubicBezTo>
                    <a:pt x="53438" y="268281"/>
                    <a:pt x="0" y="214843"/>
                    <a:pt x="0" y="148924"/>
                  </a:cubicBezTo>
                  <a:lnTo>
                    <a:pt x="0" y="119357"/>
                  </a:lnTo>
                  <a:cubicBezTo>
                    <a:pt x="0" y="53438"/>
                    <a:pt x="53438" y="0"/>
                    <a:pt x="119357" y="0"/>
                  </a:cubicBezTo>
                  <a:close/>
                </a:path>
              </a:pathLst>
            </a:custGeom>
            <a:solidFill>
              <a:srgbClr val="C0E4F6"/>
            </a:solidFill>
          </p:spPr>
        </p:sp>
        <p:sp>
          <p:nvSpPr>
            <p:cNvPr name="TextBox 4" id="4"/>
            <p:cNvSpPr txBox="true"/>
            <p:nvPr/>
          </p:nvSpPr>
          <p:spPr>
            <a:xfrm>
              <a:off x="0" y="-28575"/>
              <a:ext cx="1708343" cy="296856"/>
            </a:xfrm>
            <a:prstGeom prst="rect">
              <a:avLst/>
            </a:prstGeom>
          </p:spPr>
          <p:txBody>
            <a:bodyPr anchor="ctr" rtlCol="false" tIns="50800" lIns="50800" bIns="50800" rIns="50800"/>
            <a:lstStyle/>
            <a:p>
              <a:pPr algn="ctr">
                <a:lnSpc>
                  <a:spcPts val="2100"/>
                </a:lnSpc>
              </a:pPr>
            </a:p>
          </p:txBody>
        </p:sp>
      </p:grpSp>
      <p:grpSp>
        <p:nvGrpSpPr>
          <p:cNvPr name="Group 5" id="5"/>
          <p:cNvGrpSpPr/>
          <p:nvPr/>
        </p:nvGrpSpPr>
        <p:grpSpPr>
          <a:xfrm rot="0">
            <a:off x="3310361" y="9681230"/>
            <a:ext cx="15903157" cy="640680"/>
            <a:chOff x="0" y="0"/>
            <a:chExt cx="4188486" cy="168739"/>
          </a:xfrm>
        </p:grpSpPr>
        <p:sp>
          <p:nvSpPr>
            <p:cNvPr name="Freeform 6" id="6"/>
            <p:cNvSpPr/>
            <p:nvPr/>
          </p:nvSpPr>
          <p:spPr>
            <a:xfrm flipH="false" flipV="false" rot="0">
              <a:off x="0" y="0"/>
              <a:ext cx="4188486" cy="168739"/>
            </a:xfrm>
            <a:custGeom>
              <a:avLst/>
              <a:gdLst/>
              <a:ahLst/>
              <a:cxnLst/>
              <a:rect r="r" b="b" t="t" l="l"/>
              <a:pathLst>
                <a:path h="168739" w="4188486">
                  <a:moveTo>
                    <a:pt x="203200" y="0"/>
                  </a:moveTo>
                  <a:lnTo>
                    <a:pt x="4188486" y="0"/>
                  </a:lnTo>
                  <a:lnTo>
                    <a:pt x="3985286" y="168739"/>
                  </a:lnTo>
                  <a:lnTo>
                    <a:pt x="0" y="168739"/>
                  </a:lnTo>
                  <a:lnTo>
                    <a:pt x="203200" y="0"/>
                  </a:lnTo>
                  <a:close/>
                </a:path>
              </a:pathLst>
            </a:custGeom>
            <a:solidFill>
              <a:srgbClr val="4A44BD"/>
            </a:solidFill>
          </p:spPr>
        </p:sp>
        <p:sp>
          <p:nvSpPr>
            <p:cNvPr name="TextBox 7" id="7"/>
            <p:cNvSpPr txBox="true"/>
            <p:nvPr/>
          </p:nvSpPr>
          <p:spPr>
            <a:xfrm>
              <a:off x="101600" y="-28575"/>
              <a:ext cx="3985286" cy="197314"/>
            </a:xfrm>
            <a:prstGeom prst="rect">
              <a:avLst/>
            </a:prstGeom>
          </p:spPr>
          <p:txBody>
            <a:bodyPr anchor="ctr" rtlCol="false" tIns="50800" lIns="50800" bIns="50800" rIns="50800"/>
            <a:lstStyle/>
            <a:p>
              <a:pPr algn="ctr">
                <a:lnSpc>
                  <a:spcPts val="2100"/>
                </a:lnSpc>
              </a:pPr>
            </a:p>
          </p:txBody>
        </p:sp>
      </p:grpSp>
      <p:sp>
        <p:nvSpPr>
          <p:cNvPr name="TextBox 8" id="8"/>
          <p:cNvSpPr txBox="true"/>
          <p:nvPr/>
        </p:nvSpPr>
        <p:spPr>
          <a:xfrm rot="0">
            <a:off x="515811" y="9631953"/>
            <a:ext cx="2541534" cy="281940"/>
          </a:xfrm>
          <a:prstGeom prst="rect">
            <a:avLst/>
          </a:prstGeom>
        </p:spPr>
        <p:txBody>
          <a:bodyPr anchor="t" rtlCol="false" tIns="0" lIns="0" bIns="0" rIns="0">
            <a:spAutoFit/>
          </a:bodyPr>
          <a:lstStyle/>
          <a:p>
            <a:pPr algn="l" marL="0" indent="0" lvl="0">
              <a:lnSpc>
                <a:spcPts val="2340"/>
              </a:lnSpc>
              <a:spcBef>
                <a:spcPct val="0"/>
              </a:spcBef>
            </a:pPr>
            <a:r>
              <a:rPr lang="en-US" b="true" sz="1800" u="sng">
                <a:solidFill>
                  <a:srgbClr val="4A44BD"/>
                </a:solidFill>
                <a:latin typeface="Open Sans Bold"/>
                <a:ea typeface="Open Sans Bold"/>
                <a:cs typeface="Open Sans Bold"/>
                <a:sym typeface="Open Sans Bold"/>
                <a:hlinkClick r:id="rId2" action="ppaction://hlinksldjump"/>
              </a:rPr>
              <a:t>Trở lại Chương trình</a:t>
            </a:r>
          </a:p>
        </p:txBody>
      </p:sp>
      <p:grpSp>
        <p:nvGrpSpPr>
          <p:cNvPr name="Group 9" id="9"/>
          <p:cNvGrpSpPr/>
          <p:nvPr/>
        </p:nvGrpSpPr>
        <p:grpSpPr>
          <a:xfrm rot="0">
            <a:off x="11174015" y="1028700"/>
            <a:ext cx="6085285" cy="3534352"/>
            <a:chOff x="0" y="0"/>
            <a:chExt cx="8113713" cy="4712470"/>
          </a:xfrm>
        </p:grpSpPr>
        <p:sp>
          <p:nvSpPr>
            <p:cNvPr name="TextBox 10" id="10"/>
            <p:cNvSpPr txBox="true"/>
            <p:nvPr/>
          </p:nvSpPr>
          <p:spPr>
            <a:xfrm rot="0">
              <a:off x="0" y="-47625"/>
              <a:ext cx="8113713" cy="3171825"/>
            </a:xfrm>
            <a:prstGeom prst="rect">
              <a:avLst/>
            </a:prstGeom>
          </p:spPr>
          <p:txBody>
            <a:bodyPr anchor="t" rtlCol="false" tIns="0" lIns="0" bIns="0" rIns="0">
              <a:spAutoFit/>
            </a:bodyPr>
            <a:lstStyle/>
            <a:p>
              <a:pPr algn="r" marL="0" indent="0" lvl="0">
                <a:lnSpc>
                  <a:spcPts val="9450"/>
                </a:lnSpc>
              </a:pPr>
              <a:r>
                <a:rPr lang="en-US" b="true" sz="7500" spc="-150">
                  <a:solidFill>
                    <a:srgbClr val="4A44BD"/>
                  </a:solidFill>
                  <a:latin typeface="Be Vietnam Ultra-Bold"/>
                  <a:ea typeface="Be Vietnam Ultra-Bold"/>
                  <a:cs typeface="Be Vietnam Ultra-Bold"/>
                  <a:sym typeface="Be Vietnam Ultra-Bold"/>
                </a:rPr>
                <a:t>Dự báo</a:t>
              </a:r>
            </a:p>
            <a:p>
              <a:pPr algn="r" marL="0" indent="0" lvl="0">
                <a:lnSpc>
                  <a:spcPts val="9450"/>
                </a:lnSpc>
              </a:pPr>
              <a:r>
                <a:rPr lang="en-US" b="true" sz="7500" spc="-150">
                  <a:solidFill>
                    <a:srgbClr val="4A44BD"/>
                  </a:solidFill>
                  <a:latin typeface="Be Vietnam Ultra-Bold"/>
                  <a:ea typeface="Be Vietnam Ultra-Bold"/>
                  <a:cs typeface="Be Vietnam Ultra-Bold"/>
                  <a:sym typeface="Be Vietnam Ultra-Bold"/>
                </a:rPr>
                <a:t>tài chính</a:t>
              </a:r>
            </a:p>
          </p:txBody>
        </p:sp>
        <p:sp>
          <p:nvSpPr>
            <p:cNvPr name="TextBox 11" id="11"/>
            <p:cNvSpPr txBox="true"/>
            <p:nvPr/>
          </p:nvSpPr>
          <p:spPr>
            <a:xfrm rot="0">
              <a:off x="0" y="3581111"/>
              <a:ext cx="8113713" cy="1131358"/>
            </a:xfrm>
            <a:prstGeom prst="rect">
              <a:avLst/>
            </a:prstGeom>
          </p:spPr>
          <p:txBody>
            <a:bodyPr anchor="t" rtlCol="false" tIns="0" lIns="0" bIns="0" rIns="0">
              <a:spAutoFit/>
            </a:bodyPr>
            <a:lstStyle/>
            <a:p>
              <a:pPr algn="r">
                <a:lnSpc>
                  <a:spcPts val="3499"/>
                </a:lnSpc>
              </a:pPr>
              <a:r>
                <a:rPr lang="en-US" sz="2499">
                  <a:solidFill>
                    <a:srgbClr val="000000"/>
                  </a:solidFill>
                  <a:latin typeface="Open Sans"/>
                  <a:ea typeface="Open Sans"/>
                  <a:cs typeface="Open Sans"/>
                  <a:sym typeface="Open Sans"/>
                </a:rPr>
                <a:t>Hãy trình bày ngắn gọn về điều</a:t>
              </a:r>
            </a:p>
            <a:p>
              <a:pPr algn="r">
                <a:lnSpc>
                  <a:spcPts val="3499"/>
                </a:lnSpc>
              </a:pPr>
              <a:r>
                <a:rPr lang="en-US" sz="2499">
                  <a:solidFill>
                    <a:srgbClr val="000000"/>
                  </a:solidFill>
                  <a:latin typeface="Open Sans"/>
                  <a:ea typeface="Open Sans"/>
                  <a:cs typeface="Open Sans"/>
                  <a:sym typeface="Open Sans"/>
                </a:rPr>
                <a:t>bạn muốn thảo luận.</a:t>
              </a:r>
            </a:p>
          </p:txBody>
        </p:sp>
      </p:grpSp>
      <p:graphicFrame>
        <p:nvGraphicFramePr>
          <p:cNvPr name="Table 12" id="12"/>
          <p:cNvGraphicFramePr>
            <a:graphicFrameLocks noGrp="true"/>
          </p:cNvGraphicFramePr>
          <p:nvPr/>
        </p:nvGraphicFramePr>
        <p:xfrm>
          <a:off x="1028700" y="1028700"/>
          <a:ext cx="9048611" cy="7631302"/>
        </p:xfrm>
        <a:graphic>
          <a:graphicData uri="http://schemas.openxmlformats.org/drawingml/2006/table">
            <a:tbl>
              <a:tblPr/>
              <a:tblGrid>
                <a:gridCol w="2262153"/>
                <a:gridCol w="1908569"/>
                <a:gridCol w="1908569"/>
                <a:gridCol w="2969320"/>
              </a:tblGrid>
              <a:tr h="1077670">
                <a:tc>
                  <a:txBody>
                    <a:bodyPr anchor="t" rtlCol="false"/>
                    <a:lstStyle/>
                    <a:p>
                      <a:pPr algn="l">
                        <a:lnSpc>
                          <a:spcPts val="1680"/>
                        </a:lnSpc>
                        <a:defRPr/>
                      </a:pPr>
                      <a:r>
                        <a:rPr lang="en-US" sz="1200" i="true">
                          <a:solidFill>
                            <a:srgbClr val="4A44BD"/>
                          </a:solidFill>
                          <a:latin typeface="Open Sans Italics"/>
                          <a:ea typeface="Open Sans Italics"/>
                          <a:cs typeface="Open Sans Italics"/>
                          <a:sym typeface="Open Sans Italics"/>
                        </a:rPr>
                        <a:t>*Số tiền tính theo tỷ đồng</a:t>
                      </a:r>
                      <a:endParaRPr lang="en-US" sz="1100"/>
                    </a:p>
                  </a:txBody>
                  <a:tcPr marL="190500" marR="190500" marT="190500" marB="190500" anchor="ctr">
                    <a:lnL cmpd="sng" algn="ctr" cap="flat" w="0">
                      <a:solidFill>
                        <a:srgbClr val="FFFFFF"/>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C0E4F6"/>
                    </a:solidFill>
                  </a:tcPr>
                </a:tc>
                <a:tc>
                  <a:txBody>
                    <a:bodyPr anchor="t" rtlCol="false"/>
                    <a:lstStyle/>
                    <a:p>
                      <a:pPr algn="ctr">
                        <a:lnSpc>
                          <a:spcPts val="2519"/>
                        </a:lnSpc>
                        <a:defRPr/>
                      </a:pPr>
                      <a:r>
                        <a:rPr lang="en-US" sz="1799" b="true">
                          <a:solidFill>
                            <a:srgbClr val="4A44BD"/>
                          </a:solidFill>
                          <a:latin typeface="Be Vietnam Ultra-Bold"/>
                          <a:ea typeface="Be Vietnam Ultra-Bold"/>
                          <a:cs typeface="Be Vietnam Ultra-Bold"/>
                          <a:sym typeface="Be Vietnam Ultra-Bold"/>
                        </a:rPr>
                        <a:t>Năm tài chính '25</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C0E4F6"/>
                    </a:solidFill>
                  </a:tcPr>
                </a:tc>
                <a:tc>
                  <a:txBody>
                    <a:bodyPr anchor="t" rtlCol="false"/>
                    <a:lstStyle/>
                    <a:p>
                      <a:pPr algn="ctr">
                        <a:lnSpc>
                          <a:spcPts val="2519"/>
                        </a:lnSpc>
                        <a:defRPr/>
                      </a:pPr>
                      <a:r>
                        <a:rPr lang="en-US" sz="1799" b="true">
                          <a:solidFill>
                            <a:srgbClr val="4A44BD"/>
                          </a:solidFill>
                          <a:latin typeface="Be Vietnam Ultra-Bold"/>
                          <a:ea typeface="Be Vietnam Ultra-Bold"/>
                          <a:cs typeface="Be Vietnam Ultra-Bold"/>
                          <a:sym typeface="Be Vietnam Ultra-Bold"/>
                        </a:rPr>
                        <a:t>Năm tài chính '26</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C0E4F6"/>
                    </a:solidFill>
                  </a:tcPr>
                </a:tc>
                <a:tc>
                  <a:txBody>
                    <a:bodyPr anchor="t" rtlCol="false"/>
                    <a:lstStyle/>
                    <a:p>
                      <a:pPr algn="ctr">
                        <a:lnSpc>
                          <a:spcPts val="2519"/>
                        </a:lnSpc>
                        <a:defRPr/>
                      </a:pPr>
                      <a:r>
                        <a:rPr lang="en-US" sz="1799" b="true">
                          <a:solidFill>
                            <a:srgbClr val="4A44BD"/>
                          </a:solidFill>
                          <a:latin typeface="Be Vietnam Ultra-Bold"/>
                          <a:ea typeface="Be Vietnam Ultra-Bold"/>
                          <a:cs typeface="Be Vietnam Ultra-Bold"/>
                          <a:sym typeface="Be Vietnam Ultra-Bold"/>
                        </a:rPr>
                        <a:t>Thay đổi so với cùng kỳ</a:t>
                      </a:r>
                      <a:endParaRPr lang="en-US" sz="1100"/>
                    </a:p>
                    <a:p>
                      <a:pPr algn="ctr">
                        <a:lnSpc>
                          <a:spcPts val="2519"/>
                        </a:lnSpc>
                      </a:pPr>
                      <a:r>
                        <a:rPr lang="en-US" sz="1799" b="true">
                          <a:solidFill>
                            <a:srgbClr val="4A44BD"/>
                          </a:solidFill>
                          <a:latin typeface="Be Vietnam Ultra-Bold"/>
                          <a:ea typeface="Be Vietnam Ultra-Bold"/>
                          <a:cs typeface="Be Vietnam Ultra-Bold"/>
                          <a:sym typeface="Be Vietnam Ultra-Bold"/>
                        </a:rPr>
                        <a:t>năm trước</a:t>
                      </a:r>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C0E4F6"/>
                    </a:solidFill>
                  </a:tcPr>
                </a:tc>
              </a:tr>
              <a:tr h="1636032">
                <a:tc>
                  <a:txBody>
                    <a:bodyPr anchor="t" rtlCol="false"/>
                    <a:lstStyle/>
                    <a:p>
                      <a:pPr algn="l">
                        <a:lnSpc>
                          <a:spcPts val="2519"/>
                        </a:lnSpc>
                        <a:defRPr/>
                      </a:pPr>
                      <a:r>
                        <a:rPr lang="en-US" sz="1799" b="true">
                          <a:solidFill>
                            <a:srgbClr val="000000"/>
                          </a:solidFill>
                          <a:latin typeface="Open Sans Bold"/>
                          <a:ea typeface="Open Sans Bold"/>
                          <a:cs typeface="Open Sans Bold"/>
                          <a:sym typeface="Open Sans Bold"/>
                        </a:rPr>
                        <a:t>Doanh thu</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19050">
                      <a:solidFill>
                        <a:srgbClr val="E1E1E1"/>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Open Sans"/>
                          <a:ea typeface="Open Sans"/>
                          <a:cs typeface="Open Sans"/>
                          <a:sym typeface="Open Sans"/>
                        </a:rPr>
                        <a:t>tỷ đồng</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19050">
                      <a:solidFill>
                        <a:srgbClr val="E1E1E1"/>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Open Sans"/>
                          <a:ea typeface="Open Sans"/>
                          <a:cs typeface="Open Sans"/>
                          <a:sym typeface="Open Sans"/>
                        </a:rPr>
                        <a:t>tỷ đồng</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19050">
                      <a:solidFill>
                        <a:srgbClr val="E1E1E1"/>
                      </a:solidFill>
                      <a:prstDash val="solid"/>
                      <a:round/>
                      <a:headEnd type="none" w="med" len="med"/>
                      <a:tailEnd type="none" w="med" len="med"/>
                    </a:lnB>
                  </a:tcPr>
                </a:tc>
                <a:tc>
                  <a:txBody>
                    <a:bodyPr anchor="t" rtlCol="false"/>
                    <a:lstStyle/>
                    <a:p>
                      <a:pPr algn="ctr">
                        <a:lnSpc>
                          <a:spcPts val="2519"/>
                        </a:lnSpc>
                        <a:defRPr/>
                      </a:pPr>
                      <a:r>
                        <a:rPr lang="en-US" sz="1799">
                          <a:solidFill>
                            <a:srgbClr val="000000"/>
                          </a:solidFill>
                          <a:latin typeface="Open Sans"/>
                          <a:ea typeface="Open Sans"/>
                          <a:cs typeface="Open Sans"/>
                          <a:sym typeface="Open Sans"/>
                        </a:rPr>
                        <a:t>%</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19050">
                      <a:solidFill>
                        <a:srgbClr val="E1E1E1"/>
                      </a:solidFill>
                      <a:prstDash val="solid"/>
                      <a:round/>
                      <a:headEnd type="none" w="med" len="med"/>
                      <a:tailEnd type="none" w="med" len="med"/>
                    </a:lnB>
                  </a:tcPr>
                </a:tc>
              </a:tr>
              <a:tr h="1639200">
                <a:tc>
                  <a:txBody>
                    <a:bodyPr anchor="t" rtlCol="false"/>
                    <a:lstStyle/>
                    <a:p>
                      <a:pPr algn="l">
                        <a:lnSpc>
                          <a:spcPts val="2519"/>
                        </a:lnSpc>
                        <a:defRPr/>
                      </a:pPr>
                      <a:r>
                        <a:rPr lang="en-US" sz="1799" b="true">
                          <a:solidFill>
                            <a:srgbClr val="000000"/>
                          </a:solidFill>
                          <a:latin typeface="Open Sans Bold"/>
                          <a:ea typeface="Open Sans Bold"/>
                          <a:cs typeface="Open Sans Bold"/>
                          <a:sym typeface="Open Sans Bold"/>
                        </a:rPr>
                        <a:t>Chi phí</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19050">
                      <a:solidFill>
                        <a:srgbClr val="E1E1E1"/>
                      </a:solidFill>
                      <a:prstDash val="solid"/>
                      <a:round/>
                      <a:headEnd type="none" w="med" len="med"/>
                      <a:tailEnd type="none" w="med" len="med"/>
                    </a:lnT>
                    <a:lnB cmpd="sng" algn="ctr" cap="flat" w="19050">
                      <a:solidFill>
                        <a:srgbClr val="E1E1E1"/>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19050">
                      <a:solidFill>
                        <a:srgbClr val="E1E1E1"/>
                      </a:solidFill>
                      <a:prstDash val="solid"/>
                      <a:round/>
                      <a:headEnd type="none" w="med" len="med"/>
                      <a:tailEnd type="none" w="med" len="med"/>
                    </a:lnT>
                    <a:lnB cmpd="sng" algn="ctr" cap="flat" w="19050">
                      <a:solidFill>
                        <a:srgbClr val="E1E1E1"/>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19050">
                      <a:solidFill>
                        <a:srgbClr val="E1E1E1"/>
                      </a:solidFill>
                      <a:prstDash val="solid"/>
                      <a:round/>
                      <a:headEnd type="none" w="med" len="med"/>
                      <a:tailEnd type="none" w="med" len="med"/>
                    </a:lnT>
                    <a:lnB cmpd="sng" algn="ctr" cap="flat" w="19050">
                      <a:solidFill>
                        <a:srgbClr val="E1E1E1"/>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19050">
                      <a:solidFill>
                        <a:srgbClr val="E1E1E1"/>
                      </a:solidFill>
                      <a:prstDash val="solid"/>
                      <a:round/>
                      <a:headEnd type="none" w="med" len="med"/>
                      <a:tailEnd type="none" w="med" len="med"/>
                    </a:lnT>
                    <a:lnB cmpd="sng" algn="ctr" cap="flat" w="19050">
                      <a:solidFill>
                        <a:srgbClr val="E1E1E1"/>
                      </a:solidFill>
                      <a:prstDash val="solid"/>
                      <a:round/>
                      <a:headEnd type="none" w="med" len="med"/>
                      <a:tailEnd type="none" w="med" len="med"/>
                    </a:lnB>
                  </a:tcPr>
                </a:tc>
              </a:tr>
              <a:tr h="1639200">
                <a:tc>
                  <a:txBody>
                    <a:bodyPr anchor="t" rtlCol="false"/>
                    <a:lstStyle/>
                    <a:p>
                      <a:pPr algn="l">
                        <a:lnSpc>
                          <a:spcPts val="2519"/>
                        </a:lnSpc>
                        <a:defRPr/>
                      </a:pPr>
                      <a:r>
                        <a:rPr lang="en-US" sz="1799" b="true">
                          <a:solidFill>
                            <a:srgbClr val="000000"/>
                          </a:solidFill>
                          <a:latin typeface="Open Sans Bold"/>
                          <a:ea typeface="Open Sans Bold"/>
                          <a:cs typeface="Open Sans Bold"/>
                          <a:sym typeface="Open Sans Bold"/>
                        </a:rPr>
                        <a:t>Lợi nhuận</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19050">
                      <a:solidFill>
                        <a:srgbClr val="E1E1E1"/>
                      </a:solidFill>
                      <a:prstDash val="solid"/>
                      <a:round/>
                      <a:headEnd type="none" w="med" len="med"/>
                      <a:tailEnd type="none" w="med" len="med"/>
                    </a:lnT>
                    <a:lnB cmpd="sng" algn="ctr" cap="flat" w="19050">
                      <a:solidFill>
                        <a:srgbClr val="E1E1E1"/>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19050">
                      <a:solidFill>
                        <a:srgbClr val="E1E1E1"/>
                      </a:solidFill>
                      <a:prstDash val="solid"/>
                      <a:round/>
                      <a:headEnd type="none" w="med" len="med"/>
                      <a:tailEnd type="none" w="med" len="med"/>
                    </a:lnT>
                    <a:lnB cmpd="sng" algn="ctr" cap="flat" w="19050">
                      <a:solidFill>
                        <a:srgbClr val="E1E1E1"/>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19050">
                      <a:solidFill>
                        <a:srgbClr val="E1E1E1"/>
                      </a:solidFill>
                      <a:prstDash val="solid"/>
                      <a:round/>
                      <a:headEnd type="none" w="med" len="med"/>
                      <a:tailEnd type="none" w="med" len="med"/>
                    </a:lnT>
                    <a:lnB cmpd="sng" algn="ctr" cap="flat" w="19050">
                      <a:solidFill>
                        <a:srgbClr val="E1E1E1"/>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19050">
                      <a:solidFill>
                        <a:srgbClr val="E1E1E1"/>
                      </a:solidFill>
                      <a:prstDash val="solid"/>
                      <a:round/>
                      <a:headEnd type="none" w="med" len="med"/>
                      <a:tailEnd type="none" w="med" len="med"/>
                    </a:lnT>
                    <a:lnB cmpd="sng" algn="ctr" cap="flat" w="19050">
                      <a:solidFill>
                        <a:srgbClr val="E1E1E1"/>
                      </a:solidFill>
                      <a:prstDash val="solid"/>
                      <a:round/>
                      <a:headEnd type="none" w="med" len="med"/>
                      <a:tailEnd type="none" w="med" len="med"/>
                    </a:lnB>
                  </a:tcPr>
                </a:tc>
              </a:tr>
              <a:tr h="1639200">
                <a:tc>
                  <a:txBody>
                    <a:bodyPr anchor="t" rtlCol="false"/>
                    <a:lstStyle/>
                    <a:p>
                      <a:pPr algn="l">
                        <a:lnSpc>
                          <a:spcPts val="2519"/>
                        </a:lnSpc>
                        <a:defRPr/>
                      </a:pPr>
                      <a:r>
                        <a:rPr lang="en-US" sz="1799" b="true">
                          <a:solidFill>
                            <a:srgbClr val="000000"/>
                          </a:solidFill>
                          <a:latin typeface="Open Sans Bold"/>
                          <a:ea typeface="Open Sans Bold"/>
                          <a:cs typeface="Open Sans Bold"/>
                          <a:sym typeface="Open Sans Bold"/>
                        </a:rPr>
                        <a:t>Cổ tức/cổ phiếu</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19050">
                      <a:solidFill>
                        <a:srgbClr val="E1E1E1"/>
                      </a:solidFill>
                      <a:prstDash val="solid"/>
                      <a:round/>
                      <a:headEnd type="none" w="med" len="med"/>
                      <a:tailEnd type="none" w="med" len="med"/>
                    </a:lnT>
                    <a:lnB cmpd="sng" algn="ctr" cap="flat" w="19050">
                      <a:solidFill>
                        <a:srgbClr val="E1E1E1"/>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19050">
                      <a:solidFill>
                        <a:srgbClr val="E1E1E1"/>
                      </a:solidFill>
                      <a:prstDash val="solid"/>
                      <a:round/>
                      <a:headEnd type="none" w="med" len="med"/>
                      <a:tailEnd type="none" w="med" len="med"/>
                    </a:lnT>
                    <a:lnB cmpd="sng" algn="ctr" cap="flat" w="19050">
                      <a:solidFill>
                        <a:srgbClr val="E1E1E1"/>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19050">
                      <a:solidFill>
                        <a:srgbClr val="E1E1E1"/>
                      </a:solidFill>
                      <a:prstDash val="solid"/>
                      <a:round/>
                      <a:headEnd type="none" w="med" len="med"/>
                      <a:tailEnd type="none" w="med" len="med"/>
                    </a:lnT>
                    <a:lnB cmpd="sng" algn="ctr" cap="flat" w="19050">
                      <a:solidFill>
                        <a:srgbClr val="E1E1E1"/>
                      </a:solidFill>
                      <a:prstDash val="solid"/>
                      <a:round/>
                      <a:headEnd type="none" w="med" len="med"/>
                      <a:tailEnd type="none" w="med" len="med"/>
                    </a:lnB>
                  </a:tcPr>
                </a:tc>
                <a:tc>
                  <a:txBody>
                    <a:bodyPr anchor="t" rtlCol="false"/>
                    <a:lstStyle/>
                    <a:p>
                      <a:pPr algn="ctr">
                        <a:lnSpc>
                          <a:spcPts val="2519"/>
                        </a:lnSpc>
                        <a:defRPr/>
                      </a:pP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19050">
                      <a:solidFill>
                        <a:srgbClr val="E1E1E1"/>
                      </a:solidFill>
                      <a:prstDash val="solid"/>
                      <a:round/>
                      <a:headEnd type="none" w="med" len="med"/>
                      <a:tailEnd type="none" w="med" len="med"/>
                    </a:lnT>
                    <a:lnB cmpd="sng" algn="ctr" cap="flat" w="19050">
                      <a:solidFill>
                        <a:srgbClr val="E1E1E1"/>
                      </a:solidFill>
                      <a:prstDash val="solid"/>
                      <a:round/>
                      <a:headEnd type="none" w="med" len="med"/>
                      <a:tailEnd type="none" w="med" len="med"/>
                    </a:lnB>
                  </a:tcPr>
                </a:tc>
              </a:tr>
            </a:tbl>
          </a:graphicData>
        </a:graphic>
      </p:graphicFrame>
      <p:grpSp>
        <p:nvGrpSpPr>
          <p:cNvPr name="Group 13" id="13"/>
          <p:cNvGrpSpPr/>
          <p:nvPr/>
        </p:nvGrpSpPr>
        <p:grpSpPr>
          <a:xfrm rot="0">
            <a:off x="11425218" y="6984177"/>
            <a:ext cx="5834082" cy="1662259"/>
            <a:chOff x="0" y="0"/>
            <a:chExt cx="8648685" cy="2464202"/>
          </a:xfrm>
        </p:grpSpPr>
        <p:sp>
          <p:nvSpPr>
            <p:cNvPr name="Freeform 14" id="14"/>
            <p:cNvSpPr/>
            <p:nvPr/>
          </p:nvSpPr>
          <p:spPr>
            <a:xfrm flipH="false" flipV="false" rot="0">
              <a:off x="0" y="0"/>
              <a:ext cx="8648684" cy="2464202"/>
            </a:xfrm>
            <a:custGeom>
              <a:avLst/>
              <a:gdLst/>
              <a:ahLst/>
              <a:cxnLst/>
              <a:rect r="r" b="b" t="t" l="l"/>
              <a:pathLst>
                <a:path h="2464202" w="8648684">
                  <a:moveTo>
                    <a:pt x="39810" y="0"/>
                  </a:moveTo>
                  <a:lnTo>
                    <a:pt x="8608874" y="0"/>
                  </a:lnTo>
                  <a:cubicBezTo>
                    <a:pt x="8619433" y="0"/>
                    <a:pt x="8629559" y="4194"/>
                    <a:pt x="8637024" y="11660"/>
                  </a:cubicBezTo>
                  <a:cubicBezTo>
                    <a:pt x="8644490" y="19126"/>
                    <a:pt x="8648684" y="29252"/>
                    <a:pt x="8648684" y="39810"/>
                  </a:cubicBezTo>
                  <a:lnTo>
                    <a:pt x="8648684" y="2424391"/>
                  </a:lnTo>
                  <a:cubicBezTo>
                    <a:pt x="8648684" y="2446378"/>
                    <a:pt x="8630861" y="2464202"/>
                    <a:pt x="8608874" y="2464202"/>
                  </a:cubicBezTo>
                  <a:lnTo>
                    <a:pt x="39810" y="2464202"/>
                  </a:lnTo>
                  <a:cubicBezTo>
                    <a:pt x="17824" y="2464202"/>
                    <a:pt x="0" y="2446378"/>
                    <a:pt x="0" y="2424391"/>
                  </a:cubicBezTo>
                  <a:lnTo>
                    <a:pt x="0" y="39810"/>
                  </a:lnTo>
                  <a:cubicBezTo>
                    <a:pt x="0" y="17824"/>
                    <a:pt x="17824" y="0"/>
                    <a:pt x="39810" y="0"/>
                  </a:cubicBezTo>
                  <a:close/>
                </a:path>
              </a:pathLst>
            </a:custGeom>
            <a:solidFill>
              <a:srgbClr val="E1E1E1"/>
            </a:solidFill>
            <a:ln cap="rnd">
              <a:noFill/>
              <a:prstDash val="sysDot"/>
              <a:round/>
            </a:ln>
          </p:spPr>
        </p:sp>
        <p:sp>
          <p:nvSpPr>
            <p:cNvPr name="TextBox 15" id="15"/>
            <p:cNvSpPr txBox="true"/>
            <p:nvPr/>
          </p:nvSpPr>
          <p:spPr>
            <a:xfrm>
              <a:off x="0" y="-28575"/>
              <a:ext cx="8648685" cy="2492777"/>
            </a:xfrm>
            <a:prstGeom prst="rect">
              <a:avLst/>
            </a:prstGeom>
          </p:spPr>
          <p:txBody>
            <a:bodyPr anchor="ctr" rtlCol="false" tIns="254000" lIns="254000" bIns="254000" rIns="254000"/>
            <a:lstStyle/>
            <a:p>
              <a:pPr algn="l">
                <a:lnSpc>
                  <a:spcPts val="1960"/>
                </a:lnSpc>
              </a:pPr>
              <a:r>
                <a:rPr lang="en-US" sz="1400" b="true">
                  <a:solidFill>
                    <a:srgbClr val="000000"/>
                  </a:solidFill>
                  <a:latin typeface="Open Sans Bold"/>
                  <a:ea typeface="Open Sans Bold"/>
                  <a:cs typeface="Open Sans Bold"/>
                  <a:sym typeface="Open Sans Bold"/>
                </a:rPr>
                <a:t>Tùy chỉnh </a:t>
              </a:r>
              <a:r>
                <a:rPr lang="en-US" sz="1400">
                  <a:solidFill>
                    <a:srgbClr val="000000"/>
                  </a:solidFill>
                  <a:latin typeface="Open Sans"/>
                  <a:ea typeface="Open Sans"/>
                  <a:cs typeface="Open Sans"/>
                  <a:sym typeface="Open Sans"/>
                </a:rPr>
                <a:t>bảng này! Chỉ cần </a:t>
              </a:r>
              <a:r>
                <a:rPr lang="en-US" sz="1400" b="true">
                  <a:solidFill>
                    <a:srgbClr val="000000"/>
                  </a:solidFill>
                  <a:latin typeface="Open Sans Bold"/>
                  <a:ea typeface="Open Sans Bold"/>
                  <a:cs typeface="Open Sans Bold"/>
                  <a:sym typeface="Open Sans Bold"/>
                </a:rPr>
                <a:t>nhấp chuột phải</a:t>
              </a:r>
              <a:r>
                <a:rPr lang="en-US" sz="1400">
                  <a:solidFill>
                    <a:srgbClr val="000000"/>
                  </a:solidFill>
                  <a:latin typeface="Open Sans"/>
                  <a:ea typeface="Open Sans"/>
                  <a:cs typeface="Open Sans"/>
                  <a:sym typeface="Open Sans"/>
                </a:rPr>
                <a:t> vào bất kỳ ô nào để xem tất cả các chức năng bảng có sẵn.</a:t>
              </a:r>
            </a:p>
            <a:p>
              <a:pPr algn="l">
                <a:lnSpc>
                  <a:spcPts val="1960"/>
                </a:lnSpc>
              </a:pPr>
            </a:p>
            <a:p>
              <a:pPr algn="l">
                <a:lnSpc>
                  <a:spcPts val="1960"/>
                </a:lnSpc>
              </a:pPr>
              <a:r>
                <a:rPr lang="en-US" sz="1400">
                  <a:solidFill>
                    <a:srgbClr val="000000"/>
                  </a:solidFill>
                  <a:latin typeface="Open Sans"/>
                  <a:ea typeface="Open Sans"/>
                  <a:cs typeface="Open Sans"/>
                  <a:sym typeface="Open Sans"/>
                </a:rPr>
                <a:t>Để gộp ô, </a:t>
              </a:r>
              <a:r>
                <a:rPr lang="en-US" sz="1400" b="true">
                  <a:solidFill>
                    <a:srgbClr val="000000"/>
                  </a:solidFill>
                  <a:latin typeface="Open Sans Bold"/>
                  <a:ea typeface="Open Sans Bold"/>
                  <a:cs typeface="Open Sans Bold"/>
                  <a:sym typeface="Open Sans Bold"/>
                </a:rPr>
                <a:t>trước tiên hãy chọn</a:t>
              </a:r>
              <a:r>
                <a:rPr lang="en-US" sz="1400">
                  <a:solidFill>
                    <a:srgbClr val="000000"/>
                  </a:solidFill>
                  <a:latin typeface="Open Sans"/>
                  <a:ea typeface="Open Sans"/>
                  <a:cs typeface="Open Sans"/>
                  <a:sym typeface="Open Sans"/>
                </a:rPr>
                <a:t> hai hoặc nhiều ô, sau đó nhấp vào </a:t>
              </a:r>
              <a:r>
                <a:rPr lang="en-US" sz="1400" b="true">
                  <a:solidFill>
                    <a:srgbClr val="000000"/>
                  </a:solidFill>
                  <a:latin typeface="Open Sans Bold"/>
                  <a:ea typeface="Open Sans Bold"/>
                  <a:cs typeface="Open Sans Bold"/>
                  <a:sym typeface="Open Sans Bold"/>
                </a:rPr>
                <a:t>"Gộp ô"</a:t>
              </a:r>
              <a:r>
                <a:rPr lang="en-US" sz="1400">
                  <a:solidFill>
                    <a:srgbClr val="000000"/>
                  </a:solidFill>
                  <a:latin typeface="Open Sans"/>
                  <a:ea typeface="Open Sans"/>
                  <a:cs typeface="Open Sans"/>
                  <a:sym typeface="Open Sans"/>
                </a:rPr>
                <a:t> để sắp xếp bảng theo nhu cầu của bạn!</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15610348" y="0"/>
            <a:ext cx="5355305" cy="2677652"/>
          </a:xfrm>
          <a:custGeom>
            <a:avLst/>
            <a:gdLst/>
            <a:ahLst/>
            <a:cxnLst/>
            <a:rect r="r" b="b" t="t" l="l"/>
            <a:pathLst>
              <a:path h="2677652" w="5355305">
                <a:moveTo>
                  <a:pt x="0" y="0"/>
                </a:moveTo>
                <a:lnTo>
                  <a:pt x="5355304" y="0"/>
                </a:lnTo>
                <a:lnTo>
                  <a:pt x="5355304" y="2677652"/>
                </a:lnTo>
                <a:lnTo>
                  <a:pt x="0" y="26776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423818" y="1028700"/>
            <a:ext cx="10835482" cy="7658243"/>
            <a:chOff x="0" y="0"/>
            <a:chExt cx="14447310" cy="10210991"/>
          </a:xfrm>
        </p:grpSpPr>
        <p:pic>
          <p:nvPicPr>
            <p:cNvPr name="Picture 4" id="4"/>
            <p:cNvPicPr>
              <a:picLocks noChangeAspect="true"/>
            </p:cNvPicPr>
            <p:nvPr/>
          </p:nvPicPr>
          <p:blipFill>
            <a:blip r:embed="rId4"/>
            <a:srcRect l="2663" t="0" r="2663" b="0"/>
            <a:stretch>
              <a:fillRect/>
            </a:stretch>
          </p:blipFill>
          <p:spPr>
            <a:xfrm flipH="false" flipV="false">
              <a:off x="0" y="0"/>
              <a:ext cx="7160155" cy="5041996"/>
            </a:xfrm>
            <a:prstGeom prst="rect">
              <a:avLst/>
            </a:prstGeom>
          </p:spPr>
        </p:pic>
        <p:pic>
          <p:nvPicPr>
            <p:cNvPr name="Picture 5" id="5"/>
            <p:cNvPicPr>
              <a:picLocks noChangeAspect="true"/>
            </p:cNvPicPr>
            <p:nvPr/>
          </p:nvPicPr>
          <p:blipFill>
            <a:blip r:embed="rId5"/>
            <a:srcRect l="2692" t="0" r="2692" b="0"/>
            <a:stretch>
              <a:fillRect/>
            </a:stretch>
          </p:blipFill>
          <p:spPr>
            <a:xfrm flipH="false" flipV="false">
              <a:off x="7287155" y="0"/>
              <a:ext cx="7160155" cy="5041996"/>
            </a:xfrm>
            <a:prstGeom prst="rect">
              <a:avLst/>
            </a:prstGeom>
          </p:spPr>
        </p:pic>
        <p:pic>
          <p:nvPicPr>
            <p:cNvPr name="Picture 6" id="6"/>
            <p:cNvPicPr>
              <a:picLocks noChangeAspect="true"/>
            </p:cNvPicPr>
            <p:nvPr/>
          </p:nvPicPr>
          <p:blipFill>
            <a:blip r:embed="rId6"/>
            <a:srcRect l="2663" t="0" r="2663" b="0"/>
            <a:stretch>
              <a:fillRect/>
            </a:stretch>
          </p:blipFill>
          <p:spPr>
            <a:xfrm flipH="false" flipV="false">
              <a:off x="0" y="5168996"/>
              <a:ext cx="7160155" cy="5041996"/>
            </a:xfrm>
            <a:prstGeom prst="rect">
              <a:avLst/>
            </a:prstGeom>
          </p:spPr>
        </p:pic>
        <p:pic>
          <p:nvPicPr>
            <p:cNvPr name="Picture 7" id="7"/>
            <p:cNvPicPr>
              <a:picLocks noChangeAspect="true"/>
            </p:cNvPicPr>
            <p:nvPr/>
          </p:nvPicPr>
          <p:blipFill>
            <a:blip r:embed="rId7"/>
            <a:srcRect l="2663" t="0" r="2663" b="0"/>
            <a:stretch>
              <a:fillRect/>
            </a:stretch>
          </p:blipFill>
          <p:spPr>
            <a:xfrm flipH="false" flipV="false">
              <a:off x="7287155" y="5168996"/>
              <a:ext cx="7160155" cy="5041996"/>
            </a:xfrm>
            <a:prstGeom prst="rect">
              <a:avLst/>
            </a:prstGeom>
          </p:spPr>
        </p:pic>
      </p:grpSp>
      <p:grpSp>
        <p:nvGrpSpPr>
          <p:cNvPr name="Group 8" id="8"/>
          <p:cNvGrpSpPr/>
          <p:nvPr/>
        </p:nvGrpSpPr>
        <p:grpSpPr>
          <a:xfrm rot="0">
            <a:off x="-692702" y="9268371"/>
            <a:ext cx="6486365" cy="1018629"/>
            <a:chOff x="0" y="0"/>
            <a:chExt cx="1708343" cy="268281"/>
          </a:xfrm>
        </p:grpSpPr>
        <p:sp>
          <p:nvSpPr>
            <p:cNvPr name="Freeform 9" id="9"/>
            <p:cNvSpPr/>
            <p:nvPr/>
          </p:nvSpPr>
          <p:spPr>
            <a:xfrm flipH="false" flipV="false" rot="0">
              <a:off x="0" y="0"/>
              <a:ext cx="1708343" cy="268281"/>
            </a:xfrm>
            <a:custGeom>
              <a:avLst/>
              <a:gdLst/>
              <a:ahLst/>
              <a:cxnLst/>
              <a:rect r="r" b="b" t="t" l="l"/>
              <a:pathLst>
                <a:path h="268281" w="1708343">
                  <a:moveTo>
                    <a:pt x="119357" y="0"/>
                  </a:moveTo>
                  <a:lnTo>
                    <a:pt x="1588986" y="0"/>
                  </a:lnTo>
                  <a:cubicBezTo>
                    <a:pt x="1654905" y="0"/>
                    <a:pt x="1708343" y="53438"/>
                    <a:pt x="1708343" y="119357"/>
                  </a:cubicBezTo>
                  <a:lnTo>
                    <a:pt x="1708343" y="148924"/>
                  </a:lnTo>
                  <a:cubicBezTo>
                    <a:pt x="1708343" y="180580"/>
                    <a:pt x="1695768" y="210938"/>
                    <a:pt x="1673384" y="233322"/>
                  </a:cubicBezTo>
                  <a:cubicBezTo>
                    <a:pt x="1651000" y="255706"/>
                    <a:pt x="1620642" y="268281"/>
                    <a:pt x="1588986" y="268281"/>
                  </a:cubicBezTo>
                  <a:lnTo>
                    <a:pt x="119357" y="268281"/>
                  </a:lnTo>
                  <a:cubicBezTo>
                    <a:pt x="53438" y="268281"/>
                    <a:pt x="0" y="214843"/>
                    <a:pt x="0" y="148924"/>
                  </a:cubicBezTo>
                  <a:lnTo>
                    <a:pt x="0" y="119357"/>
                  </a:lnTo>
                  <a:cubicBezTo>
                    <a:pt x="0" y="53438"/>
                    <a:pt x="53438" y="0"/>
                    <a:pt x="119357" y="0"/>
                  </a:cubicBezTo>
                  <a:close/>
                </a:path>
              </a:pathLst>
            </a:custGeom>
            <a:solidFill>
              <a:srgbClr val="C0E4F6"/>
            </a:solidFill>
          </p:spPr>
        </p:sp>
        <p:sp>
          <p:nvSpPr>
            <p:cNvPr name="TextBox 10" id="10"/>
            <p:cNvSpPr txBox="true"/>
            <p:nvPr/>
          </p:nvSpPr>
          <p:spPr>
            <a:xfrm>
              <a:off x="0" y="-28575"/>
              <a:ext cx="1708343" cy="296856"/>
            </a:xfrm>
            <a:prstGeom prst="rect">
              <a:avLst/>
            </a:prstGeom>
          </p:spPr>
          <p:txBody>
            <a:bodyPr anchor="ctr" rtlCol="false" tIns="50800" lIns="50800" bIns="50800" rIns="50800"/>
            <a:lstStyle/>
            <a:p>
              <a:pPr algn="ctr">
                <a:lnSpc>
                  <a:spcPts val="2100"/>
                </a:lnSpc>
              </a:pPr>
            </a:p>
          </p:txBody>
        </p:sp>
      </p:grpSp>
      <p:grpSp>
        <p:nvGrpSpPr>
          <p:cNvPr name="Group 11" id="11"/>
          <p:cNvGrpSpPr/>
          <p:nvPr/>
        </p:nvGrpSpPr>
        <p:grpSpPr>
          <a:xfrm rot="0">
            <a:off x="3310361" y="9681230"/>
            <a:ext cx="15903157" cy="640680"/>
            <a:chOff x="0" y="0"/>
            <a:chExt cx="4188486" cy="168739"/>
          </a:xfrm>
        </p:grpSpPr>
        <p:sp>
          <p:nvSpPr>
            <p:cNvPr name="Freeform 12" id="12"/>
            <p:cNvSpPr/>
            <p:nvPr/>
          </p:nvSpPr>
          <p:spPr>
            <a:xfrm flipH="false" flipV="false" rot="0">
              <a:off x="0" y="0"/>
              <a:ext cx="4188486" cy="168739"/>
            </a:xfrm>
            <a:custGeom>
              <a:avLst/>
              <a:gdLst/>
              <a:ahLst/>
              <a:cxnLst/>
              <a:rect r="r" b="b" t="t" l="l"/>
              <a:pathLst>
                <a:path h="168739" w="4188486">
                  <a:moveTo>
                    <a:pt x="203200" y="0"/>
                  </a:moveTo>
                  <a:lnTo>
                    <a:pt x="4188486" y="0"/>
                  </a:lnTo>
                  <a:lnTo>
                    <a:pt x="3985286" y="168739"/>
                  </a:lnTo>
                  <a:lnTo>
                    <a:pt x="0" y="168739"/>
                  </a:lnTo>
                  <a:lnTo>
                    <a:pt x="203200" y="0"/>
                  </a:lnTo>
                  <a:close/>
                </a:path>
              </a:pathLst>
            </a:custGeom>
            <a:solidFill>
              <a:srgbClr val="4A44BD"/>
            </a:solidFill>
          </p:spPr>
        </p:sp>
        <p:sp>
          <p:nvSpPr>
            <p:cNvPr name="TextBox 13" id="13"/>
            <p:cNvSpPr txBox="true"/>
            <p:nvPr/>
          </p:nvSpPr>
          <p:spPr>
            <a:xfrm>
              <a:off x="101600" y="-28575"/>
              <a:ext cx="3985286" cy="197314"/>
            </a:xfrm>
            <a:prstGeom prst="rect">
              <a:avLst/>
            </a:prstGeom>
          </p:spPr>
          <p:txBody>
            <a:bodyPr anchor="ctr" rtlCol="false" tIns="50800" lIns="50800" bIns="50800" rIns="50800"/>
            <a:lstStyle/>
            <a:p>
              <a:pPr algn="ctr">
                <a:lnSpc>
                  <a:spcPts val="2100"/>
                </a:lnSpc>
              </a:pPr>
            </a:p>
          </p:txBody>
        </p:sp>
      </p:grpSp>
      <p:grpSp>
        <p:nvGrpSpPr>
          <p:cNvPr name="Group 14" id="14"/>
          <p:cNvGrpSpPr/>
          <p:nvPr/>
        </p:nvGrpSpPr>
        <p:grpSpPr>
          <a:xfrm rot="0">
            <a:off x="1028700" y="3214789"/>
            <a:ext cx="4278162" cy="3286066"/>
            <a:chOff x="0" y="0"/>
            <a:chExt cx="5704216" cy="4381421"/>
          </a:xfrm>
        </p:grpSpPr>
        <p:sp>
          <p:nvSpPr>
            <p:cNvPr name="TextBox 15" id="15"/>
            <p:cNvSpPr txBox="true"/>
            <p:nvPr/>
          </p:nvSpPr>
          <p:spPr>
            <a:xfrm rot="0">
              <a:off x="0" y="66675"/>
              <a:ext cx="5704216" cy="2854325"/>
            </a:xfrm>
            <a:prstGeom prst="rect">
              <a:avLst/>
            </a:prstGeom>
          </p:spPr>
          <p:txBody>
            <a:bodyPr anchor="t" rtlCol="false" tIns="0" lIns="0" bIns="0" rIns="0">
              <a:spAutoFit/>
            </a:bodyPr>
            <a:lstStyle/>
            <a:p>
              <a:pPr algn="l" marL="0" indent="0" lvl="0">
                <a:lnSpc>
                  <a:spcPts val="8250"/>
                </a:lnSpc>
              </a:pPr>
              <a:r>
                <a:rPr lang="en-US" b="true" sz="7500" spc="-150">
                  <a:solidFill>
                    <a:srgbClr val="4A44BD"/>
                  </a:solidFill>
                  <a:latin typeface="Be Vietnam Ultra-Bold"/>
                  <a:ea typeface="Be Vietnam Ultra-Bold"/>
                  <a:cs typeface="Be Vietnam Ultra-Bold"/>
                  <a:sym typeface="Be Vietnam Ultra-Bold"/>
                </a:rPr>
                <a:t>Nội dung tương lai</a:t>
              </a:r>
            </a:p>
          </p:txBody>
        </p:sp>
        <p:sp>
          <p:nvSpPr>
            <p:cNvPr name="TextBox 16" id="16"/>
            <p:cNvSpPr txBox="true"/>
            <p:nvPr/>
          </p:nvSpPr>
          <p:spPr>
            <a:xfrm rot="0">
              <a:off x="0" y="3250063"/>
              <a:ext cx="5704216" cy="1131358"/>
            </a:xfrm>
            <a:prstGeom prst="rect">
              <a:avLst/>
            </a:prstGeom>
          </p:spPr>
          <p:txBody>
            <a:bodyPr anchor="t" rtlCol="false" tIns="0" lIns="0" bIns="0" rIns="0">
              <a:spAutoFit/>
            </a:bodyPr>
            <a:lstStyle/>
            <a:p>
              <a:pPr algn="l">
                <a:lnSpc>
                  <a:spcPts val="3499"/>
                </a:lnSpc>
              </a:pPr>
              <a:r>
                <a:rPr lang="en-US" sz="2499">
                  <a:solidFill>
                    <a:srgbClr val="000000"/>
                  </a:solidFill>
                  <a:latin typeface="Open Sans"/>
                  <a:ea typeface="Open Sans"/>
                  <a:cs typeface="Open Sans"/>
                  <a:sym typeface="Open Sans"/>
                </a:rPr>
                <a:t>Hãy trình bày ngắn gọn về điều bạn muốn thảo luận.</a:t>
              </a:r>
            </a:p>
          </p:txBody>
        </p:sp>
      </p:grpSp>
      <p:grpSp>
        <p:nvGrpSpPr>
          <p:cNvPr name="Group 17" id="17"/>
          <p:cNvGrpSpPr/>
          <p:nvPr/>
        </p:nvGrpSpPr>
        <p:grpSpPr>
          <a:xfrm rot="0">
            <a:off x="956108" y="7303608"/>
            <a:ext cx="4423347" cy="1106737"/>
            <a:chOff x="0" y="0"/>
            <a:chExt cx="6557352" cy="1640673"/>
          </a:xfrm>
        </p:grpSpPr>
        <p:sp>
          <p:nvSpPr>
            <p:cNvPr name="Freeform 18" id="18"/>
            <p:cNvSpPr/>
            <p:nvPr/>
          </p:nvSpPr>
          <p:spPr>
            <a:xfrm flipH="false" flipV="false" rot="0">
              <a:off x="0" y="0"/>
              <a:ext cx="6557352" cy="1640673"/>
            </a:xfrm>
            <a:custGeom>
              <a:avLst/>
              <a:gdLst/>
              <a:ahLst/>
              <a:cxnLst/>
              <a:rect r="r" b="b" t="t" l="l"/>
              <a:pathLst>
                <a:path h="1640673" w="6557352">
                  <a:moveTo>
                    <a:pt x="52507" y="0"/>
                  </a:moveTo>
                  <a:lnTo>
                    <a:pt x="6504845" y="0"/>
                  </a:lnTo>
                  <a:cubicBezTo>
                    <a:pt x="6518770" y="0"/>
                    <a:pt x="6532125" y="5532"/>
                    <a:pt x="6541973" y="15379"/>
                  </a:cubicBezTo>
                  <a:cubicBezTo>
                    <a:pt x="6551819" y="25226"/>
                    <a:pt x="6557352" y="38581"/>
                    <a:pt x="6557352" y="52507"/>
                  </a:cubicBezTo>
                  <a:lnTo>
                    <a:pt x="6557352" y="1588166"/>
                  </a:lnTo>
                  <a:cubicBezTo>
                    <a:pt x="6557352" y="1617165"/>
                    <a:pt x="6533843" y="1640673"/>
                    <a:pt x="6504845" y="1640673"/>
                  </a:cubicBezTo>
                  <a:lnTo>
                    <a:pt x="52507" y="1640673"/>
                  </a:lnTo>
                  <a:cubicBezTo>
                    <a:pt x="23508" y="1640673"/>
                    <a:pt x="0" y="1617165"/>
                    <a:pt x="0" y="1588166"/>
                  </a:cubicBezTo>
                  <a:lnTo>
                    <a:pt x="0" y="52507"/>
                  </a:lnTo>
                  <a:cubicBezTo>
                    <a:pt x="0" y="23508"/>
                    <a:pt x="23508" y="0"/>
                    <a:pt x="52507" y="0"/>
                  </a:cubicBezTo>
                  <a:close/>
                </a:path>
              </a:pathLst>
            </a:custGeom>
            <a:solidFill>
              <a:srgbClr val="E1E1E1"/>
            </a:solidFill>
            <a:ln cap="rnd">
              <a:noFill/>
              <a:prstDash val="sysDot"/>
              <a:round/>
            </a:ln>
          </p:spPr>
        </p:sp>
        <p:sp>
          <p:nvSpPr>
            <p:cNvPr name="TextBox 19" id="19"/>
            <p:cNvSpPr txBox="true"/>
            <p:nvPr/>
          </p:nvSpPr>
          <p:spPr>
            <a:xfrm>
              <a:off x="0" y="-38100"/>
              <a:ext cx="6557352" cy="1678773"/>
            </a:xfrm>
            <a:prstGeom prst="rect">
              <a:avLst/>
            </a:prstGeom>
          </p:spPr>
          <p:txBody>
            <a:bodyPr anchor="ctr" rtlCol="false" tIns="254000" lIns="254000" bIns="254000" rIns="254000"/>
            <a:lstStyle/>
            <a:p>
              <a:pPr algn="l">
                <a:lnSpc>
                  <a:spcPts val="1820"/>
                </a:lnSpc>
              </a:pPr>
              <a:r>
                <a:rPr lang="en-US" sz="1300">
                  <a:solidFill>
                    <a:srgbClr val="000000"/>
                  </a:solidFill>
                  <a:latin typeface="Open Sans"/>
                  <a:ea typeface="Open Sans"/>
                  <a:cs typeface="Open Sans"/>
                  <a:sym typeface="Open Sans"/>
                </a:rPr>
                <a:t>Kéo và thả ảnh hoặc video của bạn! Nhấp vào ảnh hoặc video mẫu và xóa. Chọn ảnh hoặc video của bạn từ tab tải lên, kéo và thả vào khung!</a:t>
              </a:r>
            </a:p>
          </p:txBody>
        </p:sp>
      </p:grpSp>
      <p:grpSp>
        <p:nvGrpSpPr>
          <p:cNvPr name="Group 20" id="20"/>
          <p:cNvGrpSpPr/>
          <p:nvPr/>
        </p:nvGrpSpPr>
        <p:grpSpPr>
          <a:xfrm rot="0">
            <a:off x="1031087" y="1028700"/>
            <a:ext cx="3038787" cy="627863"/>
            <a:chOff x="0" y="0"/>
            <a:chExt cx="4051716" cy="837151"/>
          </a:xfrm>
        </p:grpSpPr>
        <p:sp>
          <p:nvSpPr>
            <p:cNvPr name="TextBox 21" id="21"/>
            <p:cNvSpPr txBox="true"/>
            <p:nvPr/>
          </p:nvSpPr>
          <p:spPr>
            <a:xfrm rot="0">
              <a:off x="1067652" y="77882"/>
              <a:ext cx="2984064" cy="751887"/>
            </a:xfrm>
            <a:prstGeom prst="rect">
              <a:avLst/>
            </a:prstGeom>
          </p:spPr>
          <p:txBody>
            <a:bodyPr anchor="t" rtlCol="false" tIns="0" lIns="0" bIns="0" rIns="0">
              <a:spAutoFit/>
            </a:bodyPr>
            <a:lstStyle/>
            <a:p>
              <a:pPr algn="l" marL="0" indent="0" lvl="0">
                <a:lnSpc>
                  <a:spcPts val="2230"/>
                </a:lnSpc>
              </a:pPr>
              <a:r>
                <a:rPr lang="en-US" b="true" sz="2027">
                  <a:solidFill>
                    <a:srgbClr val="4A44BD"/>
                  </a:solidFill>
                  <a:latin typeface="Be Vietnam Ultra-Bold"/>
                  <a:ea typeface="Be Vietnam Ultra-Bold"/>
                  <a:cs typeface="Be Vietnam Ultra-Bold"/>
                  <a:sym typeface="Be Vietnam Ultra-Bold"/>
                </a:rPr>
                <a:t>THÊM TÊN</a:t>
              </a:r>
            </a:p>
            <a:p>
              <a:pPr algn="l" marL="0" indent="0" lvl="0">
                <a:lnSpc>
                  <a:spcPts val="2230"/>
                </a:lnSpc>
              </a:pPr>
              <a:r>
                <a:rPr lang="en-US" b="true" sz="2027">
                  <a:solidFill>
                    <a:srgbClr val="4A44BD"/>
                  </a:solidFill>
                  <a:latin typeface="Be Vietnam Ultra-Bold"/>
                  <a:ea typeface="Be Vietnam Ultra-Bold"/>
                  <a:cs typeface="Be Vietnam Ultra-Bold"/>
                  <a:sym typeface="Be Vietnam Ultra-Bold"/>
                </a:rPr>
                <a:t>CÔNG TY</a:t>
              </a:r>
            </a:p>
          </p:txBody>
        </p:sp>
        <p:sp>
          <p:nvSpPr>
            <p:cNvPr name="Freeform 22" id="22"/>
            <p:cNvSpPr/>
            <p:nvPr/>
          </p:nvSpPr>
          <p:spPr>
            <a:xfrm flipH="false" flipV="false" rot="0">
              <a:off x="0" y="0"/>
              <a:ext cx="837151" cy="837151"/>
            </a:xfrm>
            <a:custGeom>
              <a:avLst/>
              <a:gdLst/>
              <a:ahLst/>
              <a:cxnLst/>
              <a:rect r="r" b="b" t="t" l="l"/>
              <a:pathLst>
                <a:path h="837151" w="837151">
                  <a:moveTo>
                    <a:pt x="0" y="0"/>
                  </a:moveTo>
                  <a:lnTo>
                    <a:pt x="837151" y="0"/>
                  </a:lnTo>
                  <a:lnTo>
                    <a:pt x="837151" y="837151"/>
                  </a:lnTo>
                  <a:lnTo>
                    <a:pt x="0" y="8371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TextBox 23" id="23"/>
          <p:cNvSpPr txBox="true"/>
          <p:nvPr/>
        </p:nvSpPr>
        <p:spPr>
          <a:xfrm rot="0">
            <a:off x="515811" y="9631953"/>
            <a:ext cx="2541534" cy="281940"/>
          </a:xfrm>
          <a:prstGeom prst="rect">
            <a:avLst/>
          </a:prstGeom>
        </p:spPr>
        <p:txBody>
          <a:bodyPr anchor="t" rtlCol="false" tIns="0" lIns="0" bIns="0" rIns="0">
            <a:spAutoFit/>
          </a:bodyPr>
          <a:lstStyle/>
          <a:p>
            <a:pPr algn="l" marL="0" indent="0" lvl="0">
              <a:lnSpc>
                <a:spcPts val="2340"/>
              </a:lnSpc>
              <a:spcBef>
                <a:spcPct val="0"/>
              </a:spcBef>
            </a:pPr>
            <a:r>
              <a:rPr lang="en-US" b="true" sz="1800" u="sng">
                <a:solidFill>
                  <a:srgbClr val="4A44BD"/>
                </a:solidFill>
                <a:latin typeface="Open Sans Bold"/>
                <a:ea typeface="Open Sans Bold"/>
                <a:cs typeface="Open Sans Bold"/>
                <a:sym typeface="Open Sans Bold"/>
                <a:hlinkClick r:id="rId10" action="ppaction://hlinksldjump"/>
              </a:rPr>
              <a:t>Trở lại Chương trình</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069350" y="4691719"/>
            <a:ext cx="15923290" cy="7961645"/>
          </a:xfrm>
          <a:custGeom>
            <a:avLst/>
            <a:gdLst/>
            <a:ahLst/>
            <a:cxnLst/>
            <a:rect r="r" b="b" t="t" l="l"/>
            <a:pathLst>
              <a:path h="7961645" w="15923290">
                <a:moveTo>
                  <a:pt x="0" y="7961645"/>
                </a:moveTo>
                <a:lnTo>
                  <a:pt x="15923290" y="7961645"/>
                </a:lnTo>
                <a:lnTo>
                  <a:pt x="15923290" y="0"/>
                </a:lnTo>
                <a:lnTo>
                  <a:pt x="0" y="0"/>
                </a:lnTo>
                <a:lnTo>
                  <a:pt x="0" y="7961645"/>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1028700" y="3990094"/>
            <a:ext cx="5268206" cy="5268206"/>
            <a:chOff x="0" y="0"/>
            <a:chExt cx="3282950" cy="3282950"/>
          </a:xfrm>
        </p:grpSpPr>
        <p:sp>
          <p:nvSpPr>
            <p:cNvPr name="Freeform 4" id="4"/>
            <p:cNvSpPr/>
            <p:nvPr/>
          </p:nvSpPr>
          <p:spPr>
            <a:xfrm flipH="false" flipV="false" rot="0">
              <a:off x="0" y="0"/>
              <a:ext cx="3282950" cy="3282950"/>
            </a:xfrm>
            <a:custGeom>
              <a:avLst/>
              <a:gdLst/>
              <a:ahLst/>
              <a:cxnLst/>
              <a:rect r="r" b="b" t="t" l="l"/>
              <a:pathLst>
                <a:path h="3282950" w="3282950">
                  <a:moveTo>
                    <a:pt x="0" y="0"/>
                  </a:moveTo>
                  <a:lnTo>
                    <a:pt x="2532380" y="0"/>
                  </a:lnTo>
                  <a:cubicBezTo>
                    <a:pt x="2946400" y="0"/>
                    <a:pt x="3282950" y="336550"/>
                    <a:pt x="3282950" y="750570"/>
                  </a:cubicBezTo>
                  <a:lnTo>
                    <a:pt x="3282950" y="750570"/>
                  </a:lnTo>
                  <a:lnTo>
                    <a:pt x="3282950" y="3282950"/>
                  </a:lnTo>
                  <a:lnTo>
                    <a:pt x="3282950" y="3282950"/>
                  </a:lnTo>
                  <a:lnTo>
                    <a:pt x="0" y="3282950"/>
                  </a:lnTo>
                  <a:lnTo>
                    <a:pt x="0" y="3282950"/>
                  </a:lnTo>
                  <a:lnTo>
                    <a:pt x="0" y="0"/>
                  </a:lnTo>
                  <a:lnTo>
                    <a:pt x="0" y="0"/>
                  </a:lnTo>
                  <a:close/>
                </a:path>
              </a:pathLst>
            </a:custGeom>
            <a:blipFill>
              <a:blip r:embed="rId4"/>
              <a:stretch>
                <a:fillRect l="-25000" t="0" r="-25000" b="0"/>
              </a:stretch>
            </a:blipFill>
          </p:spPr>
        </p:sp>
      </p:grpSp>
      <p:grpSp>
        <p:nvGrpSpPr>
          <p:cNvPr name="Group 5" id="5"/>
          <p:cNvGrpSpPr/>
          <p:nvPr/>
        </p:nvGrpSpPr>
        <p:grpSpPr>
          <a:xfrm rot="0">
            <a:off x="11531611" y="1028700"/>
            <a:ext cx="7794709" cy="2013121"/>
            <a:chOff x="0" y="0"/>
            <a:chExt cx="1042176" cy="269160"/>
          </a:xfrm>
        </p:grpSpPr>
        <p:sp>
          <p:nvSpPr>
            <p:cNvPr name="Freeform 6" id="6"/>
            <p:cNvSpPr/>
            <p:nvPr/>
          </p:nvSpPr>
          <p:spPr>
            <a:xfrm flipH="false" flipV="false" rot="0">
              <a:off x="0" y="0"/>
              <a:ext cx="1042176" cy="269160"/>
            </a:xfrm>
            <a:custGeom>
              <a:avLst/>
              <a:gdLst/>
              <a:ahLst/>
              <a:cxnLst/>
              <a:rect r="r" b="b" t="t" l="l"/>
              <a:pathLst>
                <a:path h="269160" w="1042176">
                  <a:moveTo>
                    <a:pt x="99323" y="0"/>
                  </a:moveTo>
                  <a:lnTo>
                    <a:pt x="942853" y="0"/>
                  </a:lnTo>
                  <a:cubicBezTo>
                    <a:pt x="997707" y="0"/>
                    <a:pt x="1042176" y="44468"/>
                    <a:pt x="1042176" y="99323"/>
                  </a:cubicBezTo>
                  <a:lnTo>
                    <a:pt x="1042176" y="169837"/>
                  </a:lnTo>
                  <a:cubicBezTo>
                    <a:pt x="1042176" y="196180"/>
                    <a:pt x="1031711" y="221443"/>
                    <a:pt x="1013085" y="240069"/>
                  </a:cubicBezTo>
                  <a:cubicBezTo>
                    <a:pt x="994458" y="258696"/>
                    <a:pt x="969195" y="269160"/>
                    <a:pt x="942853" y="269160"/>
                  </a:cubicBezTo>
                  <a:lnTo>
                    <a:pt x="99323" y="269160"/>
                  </a:lnTo>
                  <a:cubicBezTo>
                    <a:pt x="72981" y="269160"/>
                    <a:pt x="47718" y="258696"/>
                    <a:pt x="29091" y="240069"/>
                  </a:cubicBezTo>
                  <a:cubicBezTo>
                    <a:pt x="10464" y="221443"/>
                    <a:pt x="0" y="196180"/>
                    <a:pt x="0" y="169837"/>
                  </a:cubicBezTo>
                  <a:lnTo>
                    <a:pt x="0" y="99323"/>
                  </a:lnTo>
                  <a:cubicBezTo>
                    <a:pt x="0" y="72981"/>
                    <a:pt x="10464" y="47718"/>
                    <a:pt x="29091" y="29091"/>
                  </a:cubicBezTo>
                  <a:cubicBezTo>
                    <a:pt x="47718" y="10464"/>
                    <a:pt x="72981" y="0"/>
                    <a:pt x="99323" y="0"/>
                  </a:cubicBezTo>
                  <a:close/>
                </a:path>
              </a:pathLst>
            </a:custGeom>
            <a:solidFill>
              <a:srgbClr val="4A44BD"/>
            </a:solidFill>
          </p:spPr>
        </p:sp>
        <p:sp>
          <p:nvSpPr>
            <p:cNvPr name="TextBox 7" id="7"/>
            <p:cNvSpPr txBox="true"/>
            <p:nvPr/>
          </p:nvSpPr>
          <p:spPr>
            <a:xfrm>
              <a:off x="0" y="-28575"/>
              <a:ext cx="1042176" cy="297735"/>
            </a:xfrm>
            <a:prstGeom prst="rect">
              <a:avLst/>
            </a:prstGeom>
          </p:spPr>
          <p:txBody>
            <a:bodyPr anchor="ctr" rtlCol="false" tIns="50800" lIns="50800" bIns="50800" rIns="50800"/>
            <a:lstStyle/>
            <a:p>
              <a:pPr algn="ctr">
                <a:lnSpc>
                  <a:spcPts val="2100"/>
                </a:lnSpc>
              </a:pPr>
            </a:p>
          </p:txBody>
        </p:sp>
      </p:grpSp>
      <p:sp>
        <p:nvSpPr>
          <p:cNvPr name="TextBox 8" id="8"/>
          <p:cNvSpPr txBox="true"/>
          <p:nvPr/>
        </p:nvSpPr>
        <p:spPr>
          <a:xfrm rot="0">
            <a:off x="1028700" y="990600"/>
            <a:ext cx="8764005" cy="2075815"/>
          </a:xfrm>
          <a:prstGeom prst="rect">
            <a:avLst/>
          </a:prstGeom>
        </p:spPr>
        <p:txBody>
          <a:bodyPr anchor="t" rtlCol="false" tIns="0" lIns="0" bIns="0" rIns="0">
            <a:spAutoFit/>
          </a:bodyPr>
          <a:lstStyle/>
          <a:p>
            <a:pPr algn="l">
              <a:lnSpc>
                <a:spcPts val="8255"/>
              </a:lnSpc>
            </a:pPr>
            <a:r>
              <a:rPr lang="en-US" sz="6500" spc="-130" b="true">
                <a:solidFill>
                  <a:srgbClr val="4A44BD"/>
                </a:solidFill>
                <a:latin typeface="Be Vietnam Ultra-Bold"/>
                <a:ea typeface="Be Vietnam Ultra-Bold"/>
                <a:cs typeface="Be Vietnam Ultra-Bold"/>
                <a:sym typeface="Be Vietnam Ultra-Bold"/>
              </a:rPr>
              <a:t>Liên hệ với chúng tôi</a:t>
            </a:r>
          </a:p>
          <a:p>
            <a:pPr algn="l" marL="0" indent="0" lvl="0">
              <a:lnSpc>
                <a:spcPts val="8255"/>
              </a:lnSpc>
            </a:pPr>
            <a:r>
              <a:rPr lang="en-US" b="true" sz="6500" spc="-130">
                <a:solidFill>
                  <a:srgbClr val="4A44BD"/>
                </a:solidFill>
                <a:latin typeface="Be Vietnam Ultra-Bold"/>
                <a:ea typeface="Be Vietnam Ultra-Bold"/>
                <a:cs typeface="Be Vietnam Ultra-Bold"/>
                <a:sym typeface="Be Vietnam Ultra-Bold"/>
              </a:rPr>
              <a:t>đ</a:t>
            </a:r>
            <a:r>
              <a:rPr lang="en-US" b="true" sz="6500" spc="-130">
                <a:solidFill>
                  <a:srgbClr val="4A44BD"/>
                </a:solidFill>
                <a:latin typeface="Be Vietnam Ultra-Bold"/>
                <a:ea typeface="Be Vietnam Ultra-Bold"/>
                <a:cs typeface="Be Vietnam Ultra-Bold"/>
                <a:sym typeface="Be Vietnam Ultra-Bold"/>
              </a:rPr>
              <a:t>ể biết thông tin.</a:t>
            </a:r>
          </a:p>
        </p:txBody>
      </p:sp>
      <p:grpSp>
        <p:nvGrpSpPr>
          <p:cNvPr name="Group 9" id="9"/>
          <p:cNvGrpSpPr/>
          <p:nvPr/>
        </p:nvGrpSpPr>
        <p:grpSpPr>
          <a:xfrm rot="0">
            <a:off x="12250308" y="1721329"/>
            <a:ext cx="3038787" cy="627863"/>
            <a:chOff x="0" y="0"/>
            <a:chExt cx="4051716" cy="837151"/>
          </a:xfrm>
        </p:grpSpPr>
        <p:sp>
          <p:nvSpPr>
            <p:cNvPr name="TextBox 10" id="10"/>
            <p:cNvSpPr txBox="true"/>
            <p:nvPr/>
          </p:nvSpPr>
          <p:spPr>
            <a:xfrm rot="0">
              <a:off x="1067652" y="77882"/>
              <a:ext cx="2984064" cy="751887"/>
            </a:xfrm>
            <a:prstGeom prst="rect">
              <a:avLst/>
            </a:prstGeom>
          </p:spPr>
          <p:txBody>
            <a:bodyPr anchor="t" rtlCol="false" tIns="0" lIns="0" bIns="0" rIns="0">
              <a:spAutoFit/>
            </a:bodyPr>
            <a:lstStyle/>
            <a:p>
              <a:pPr algn="l" marL="0" indent="0" lvl="0">
                <a:lnSpc>
                  <a:spcPts val="2230"/>
                </a:lnSpc>
              </a:pPr>
              <a:r>
                <a:rPr lang="en-US" b="true" sz="2027">
                  <a:solidFill>
                    <a:srgbClr val="FFFFFF"/>
                  </a:solidFill>
                  <a:latin typeface="Be Vietnam Ultra-Bold"/>
                  <a:ea typeface="Be Vietnam Ultra-Bold"/>
                  <a:cs typeface="Be Vietnam Ultra-Bold"/>
                  <a:sym typeface="Be Vietnam Ultra-Bold"/>
                </a:rPr>
                <a:t>THÊM TÊN</a:t>
              </a:r>
            </a:p>
            <a:p>
              <a:pPr algn="l" marL="0" indent="0" lvl="0">
                <a:lnSpc>
                  <a:spcPts val="2230"/>
                </a:lnSpc>
              </a:pPr>
              <a:r>
                <a:rPr lang="en-US" b="true" sz="2027">
                  <a:solidFill>
                    <a:srgbClr val="FFFFFF"/>
                  </a:solidFill>
                  <a:latin typeface="Be Vietnam Ultra-Bold"/>
                  <a:ea typeface="Be Vietnam Ultra-Bold"/>
                  <a:cs typeface="Be Vietnam Ultra-Bold"/>
                  <a:sym typeface="Be Vietnam Ultra-Bold"/>
                </a:rPr>
                <a:t>CÔNG TY</a:t>
              </a:r>
            </a:p>
          </p:txBody>
        </p:sp>
        <p:sp>
          <p:nvSpPr>
            <p:cNvPr name="Freeform 11" id="11"/>
            <p:cNvSpPr/>
            <p:nvPr/>
          </p:nvSpPr>
          <p:spPr>
            <a:xfrm flipH="false" flipV="false" rot="0">
              <a:off x="0" y="0"/>
              <a:ext cx="837151" cy="837151"/>
            </a:xfrm>
            <a:custGeom>
              <a:avLst/>
              <a:gdLst/>
              <a:ahLst/>
              <a:cxnLst/>
              <a:rect r="r" b="b" t="t" l="l"/>
              <a:pathLst>
                <a:path h="837151" w="837151">
                  <a:moveTo>
                    <a:pt x="0" y="0"/>
                  </a:moveTo>
                  <a:lnTo>
                    <a:pt x="837151" y="0"/>
                  </a:lnTo>
                  <a:lnTo>
                    <a:pt x="837151" y="837151"/>
                  </a:lnTo>
                  <a:lnTo>
                    <a:pt x="0" y="8371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12" id="12"/>
          <p:cNvGrpSpPr/>
          <p:nvPr/>
        </p:nvGrpSpPr>
        <p:grpSpPr>
          <a:xfrm rot="0">
            <a:off x="11531611" y="6086094"/>
            <a:ext cx="5727689" cy="3172206"/>
            <a:chOff x="0" y="0"/>
            <a:chExt cx="7636918" cy="4229608"/>
          </a:xfrm>
        </p:grpSpPr>
        <p:sp>
          <p:nvSpPr>
            <p:cNvPr name="TextBox 13" id="13"/>
            <p:cNvSpPr txBox="true"/>
            <p:nvPr/>
          </p:nvSpPr>
          <p:spPr>
            <a:xfrm rot="0">
              <a:off x="0" y="384104"/>
              <a:ext cx="7636918" cy="578697"/>
            </a:xfrm>
            <a:prstGeom prst="rect">
              <a:avLst/>
            </a:prstGeom>
          </p:spPr>
          <p:txBody>
            <a:bodyPr anchor="t" rtlCol="false" tIns="0" lIns="0" bIns="0" rIns="0">
              <a:spAutoFit/>
            </a:bodyPr>
            <a:lstStyle/>
            <a:p>
              <a:pPr algn="l" marL="0" indent="0" lvl="0">
                <a:lnSpc>
                  <a:spcPts val="3639"/>
                </a:lnSpc>
              </a:pPr>
              <a:r>
                <a:rPr lang="en-US" b="true" sz="2599">
                  <a:solidFill>
                    <a:srgbClr val="000000"/>
                  </a:solidFill>
                  <a:latin typeface="Open Sans Bold"/>
                  <a:ea typeface="Open Sans Bold"/>
                  <a:cs typeface="Open Sans Bold"/>
                  <a:sym typeface="Open Sans Bold"/>
                </a:rPr>
                <a:t>xinchao@trangwebhay.vn</a:t>
              </a:r>
            </a:p>
          </p:txBody>
        </p:sp>
        <p:sp>
          <p:nvSpPr>
            <p:cNvPr name="TextBox 14" id="14"/>
            <p:cNvSpPr txBox="true"/>
            <p:nvPr/>
          </p:nvSpPr>
          <p:spPr>
            <a:xfrm rot="0">
              <a:off x="0" y="-28575"/>
              <a:ext cx="7636918" cy="333375"/>
            </a:xfrm>
            <a:prstGeom prst="rect">
              <a:avLst/>
            </a:prstGeom>
          </p:spPr>
          <p:txBody>
            <a:bodyPr anchor="t" rtlCol="false" tIns="0" lIns="0" bIns="0" rIns="0">
              <a:spAutoFit/>
            </a:bodyPr>
            <a:lstStyle/>
            <a:p>
              <a:pPr algn="l" marL="0" indent="0" lvl="0">
                <a:lnSpc>
                  <a:spcPts val="2100"/>
                </a:lnSpc>
              </a:pPr>
              <a:r>
                <a:rPr lang="en-US" sz="1500" spc="75">
                  <a:solidFill>
                    <a:srgbClr val="000000"/>
                  </a:solidFill>
                  <a:latin typeface="Open Sans"/>
                  <a:ea typeface="Open Sans"/>
                  <a:cs typeface="Open Sans"/>
                  <a:sym typeface="Open Sans"/>
                </a:rPr>
                <a:t>EMAIL</a:t>
              </a:r>
            </a:p>
          </p:txBody>
        </p:sp>
        <p:sp>
          <p:nvSpPr>
            <p:cNvPr name="TextBox 15" id="15"/>
            <p:cNvSpPr txBox="true"/>
            <p:nvPr/>
          </p:nvSpPr>
          <p:spPr>
            <a:xfrm rot="0">
              <a:off x="0" y="2017507"/>
              <a:ext cx="7636918" cy="578697"/>
            </a:xfrm>
            <a:prstGeom prst="rect">
              <a:avLst/>
            </a:prstGeom>
          </p:spPr>
          <p:txBody>
            <a:bodyPr anchor="t" rtlCol="false" tIns="0" lIns="0" bIns="0" rIns="0">
              <a:spAutoFit/>
            </a:bodyPr>
            <a:lstStyle/>
            <a:p>
              <a:pPr algn="l" marL="0" indent="0" lvl="0">
                <a:lnSpc>
                  <a:spcPts val="3639"/>
                </a:lnSpc>
              </a:pPr>
              <a:r>
                <a:rPr lang="en-US" b="true" sz="2599">
                  <a:solidFill>
                    <a:srgbClr val="000000"/>
                  </a:solidFill>
                  <a:latin typeface="Open Sans Bold"/>
                  <a:ea typeface="Open Sans Bold"/>
                  <a:cs typeface="Open Sans Bold"/>
                  <a:sym typeface="Open Sans Bold"/>
                </a:rPr>
                <a:t>trangwebhay</a:t>
              </a:r>
            </a:p>
          </p:txBody>
        </p:sp>
        <p:sp>
          <p:nvSpPr>
            <p:cNvPr name="TextBox 16" id="16"/>
            <p:cNvSpPr txBox="true"/>
            <p:nvPr/>
          </p:nvSpPr>
          <p:spPr>
            <a:xfrm rot="0">
              <a:off x="0" y="1595304"/>
              <a:ext cx="7636918" cy="342900"/>
            </a:xfrm>
            <a:prstGeom prst="rect">
              <a:avLst/>
            </a:prstGeom>
          </p:spPr>
          <p:txBody>
            <a:bodyPr anchor="t" rtlCol="false" tIns="0" lIns="0" bIns="0" rIns="0">
              <a:spAutoFit/>
            </a:bodyPr>
            <a:lstStyle/>
            <a:p>
              <a:pPr algn="l" marL="0" indent="0" lvl="0">
                <a:lnSpc>
                  <a:spcPts val="2100"/>
                </a:lnSpc>
              </a:pPr>
              <a:r>
                <a:rPr lang="en-US" sz="1500" spc="75">
                  <a:solidFill>
                    <a:srgbClr val="000000"/>
                  </a:solidFill>
                  <a:latin typeface="Be Vietnam"/>
                  <a:ea typeface="Be Vietnam"/>
                  <a:cs typeface="Be Vietnam"/>
                  <a:sym typeface="Be Vietnam"/>
                </a:rPr>
                <a:t>MẠNG XÃ HỘI</a:t>
              </a:r>
            </a:p>
          </p:txBody>
        </p:sp>
        <p:sp>
          <p:nvSpPr>
            <p:cNvPr name="TextBox 17" id="17"/>
            <p:cNvSpPr txBox="true"/>
            <p:nvPr/>
          </p:nvSpPr>
          <p:spPr>
            <a:xfrm rot="0">
              <a:off x="0" y="3650911"/>
              <a:ext cx="7636918" cy="578697"/>
            </a:xfrm>
            <a:prstGeom prst="rect">
              <a:avLst/>
            </a:prstGeom>
          </p:spPr>
          <p:txBody>
            <a:bodyPr anchor="t" rtlCol="false" tIns="0" lIns="0" bIns="0" rIns="0">
              <a:spAutoFit/>
            </a:bodyPr>
            <a:lstStyle/>
            <a:p>
              <a:pPr algn="l" marL="0" indent="0" lvl="0">
                <a:lnSpc>
                  <a:spcPts val="3639"/>
                </a:lnSpc>
              </a:pPr>
              <a:r>
                <a:rPr lang="en-US" b="true" sz="2599">
                  <a:solidFill>
                    <a:srgbClr val="000000"/>
                  </a:solidFill>
                  <a:latin typeface="Open Sans Bold"/>
                  <a:ea typeface="Open Sans Bold"/>
                  <a:cs typeface="Open Sans Bold"/>
                  <a:sym typeface="Open Sans Bold"/>
                </a:rPr>
                <a:t>+84 123 456 789</a:t>
              </a:r>
            </a:p>
          </p:txBody>
        </p:sp>
        <p:sp>
          <p:nvSpPr>
            <p:cNvPr name="TextBox 18" id="18"/>
            <p:cNvSpPr txBox="true"/>
            <p:nvPr/>
          </p:nvSpPr>
          <p:spPr>
            <a:xfrm rot="0">
              <a:off x="0" y="3238232"/>
              <a:ext cx="7636918" cy="333375"/>
            </a:xfrm>
            <a:prstGeom prst="rect">
              <a:avLst/>
            </a:prstGeom>
          </p:spPr>
          <p:txBody>
            <a:bodyPr anchor="t" rtlCol="false" tIns="0" lIns="0" bIns="0" rIns="0">
              <a:spAutoFit/>
            </a:bodyPr>
            <a:lstStyle/>
            <a:p>
              <a:pPr algn="l" marL="0" indent="0" lvl="0">
                <a:lnSpc>
                  <a:spcPts val="2100"/>
                </a:lnSpc>
              </a:pPr>
              <a:r>
                <a:rPr lang="en-US" sz="1500" spc="75">
                  <a:solidFill>
                    <a:srgbClr val="000000"/>
                  </a:solidFill>
                  <a:latin typeface="Open Sans"/>
                  <a:ea typeface="Open Sans"/>
                  <a:cs typeface="Open Sans"/>
                  <a:sym typeface="Open Sans"/>
                </a:rPr>
                <a:t>ĐIỆN THOẠI</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C0E4F6"/>
        </a:solidFill>
      </p:bgPr>
    </p:bg>
    <p:spTree>
      <p:nvGrpSpPr>
        <p:cNvPr id="1" name=""/>
        <p:cNvGrpSpPr/>
        <p:nvPr/>
      </p:nvGrpSpPr>
      <p:grpSpPr>
        <a:xfrm>
          <a:off x="0" y="0"/>
          <a:ext cx="0" cy="0"/>
          <a:chOff x="0" y="0"/>
          <a:chExt cx="0" cy="0"/>
        </a:xfrm>
      </p:grpSpPr>
      <p:grpSp>
        <p:nvGrpSpPr>
          <p:cNvPr name="Group 2" id="2"/>
          <p:cNvGrpSpPr/>
          <p:nvPr/>
        </p:nvGrpSpPr>
        <p:grpSpPr>
          <a:xfrm rot="0">
            <a:off x="514350" y="485775"/>
            <a:ext cx="17259300" cy="9286429"/>
            <a:chOff x="0" y="0"/>
            <a:chExt cx="4545659" cy="2445808"/>
          </a:xfrm>
        </p:grpSpPr>
        <p:sp>
          <p:nvSpPr>
            <p:cNvPr name="Freeform 3" id="3"/>
            <p:cNvSpPr/>
            <p:nvPr/>
          </p:nvSpPr>
          <p:spPr>
            <a:xfrm flipH="false" flipV="false" rot="0">
              <a:off x="0" y="0"/>
              <a:ext cx="4545659" cy="2445808"/>
            </a:xfrm>
            <a:custGeom>
              <a:avLst/>
              <a:gdLst/>
              <a:ahLst/>
              <a:cxnLst/>
              <a:rect r="r" b="b" t="t" l="l"/>
              <a:pathLst>
                <a:path h="2445808" w="4545659">
                  <a:moveTo>
                    <a:pt x="8971" y="0"/>
                  </a:moveTo>
                  <a:lnTo>
                    <a:pt x="4536688" y="0"/>
                  </a:lnTo>
                  <a:cubicBezTo>
                    <a:pt x="4541643" y="0"/>
                    <a:pt x="4545659" y="4017"/>
                    <a:pt x="4545659" y="8971"/>
                  </a:cubicBezTo>
                  <a:lnTo>
                    <a:pt x="4545659" y="2436837"/>
                  </a:lnTo>
                  <a:cubicBezTo>
                    <a:pt x="4545659" y="2441792"/>
                    <a:pt x="4541643" y="2445808"/>
                    <a:pt x="4536688" y="2445808"/>
                  </a:cubicBezTo>
                  <a:lnTo>
                    <a:pt x="8971" y="2445808"/>
                  </a:lnTo>
                  <a:cubicBezTo>
                    <a:pt x="4017" y="2445808"/>
                    <a:pt x="0" y="2441792"/>
                    <a:pt x="0" y="2436837"/>
                  </a:cubicBezTo>
                  <a:lnTo>
                    <a:pt x="0" y="8971"/>
                  </a:lnTo>
                  <a:cubicBezTo>
                    <a:pt x="0" y="4017"/>
                    <a:pt x="4017" y="0"/>
                    <a:pt x="8971" y="0"/>
                  </a:cubicBezTo>
                  <a:close/>
                </a:path>
              </a:pathLst>
            </a:custGeom>
            <a:solidFill>
              <a:srgbClr val="FFFFFF"/>
            </a:solidFill>
          </p:spPr>
        </p:sp>
        <p:sp>
          <p:nvSpPr>
            <p:cNvPr name="TextBox 4" id="4"/>
            <p:cNvSpPr txBox="true"/>
            <p:nvPr/>
          </p:nvSpPr>
          <p:spPr>
            <a:xfrm>
              <a:off x="0" y="-47625"/>
              <a:ext cx="4545659" cy="2493433"/>
            </a:xfrm>
            <a:prstGeom prst="rect">
              <a:avLst/>
            </a:prstGeom>
          </p:spPr>
          <p:txBody>
            <a:bodyPr anchor="ctr" rtlCol="false" tIns="50800" lIns="50800" bIns="50800" rIns="50800"/>
            <a:lstStyle/>
            <a:p>
              <a:pPr algn="ctr">
                <a:lnSpc>
                  <a:spcPts val="3499"/>
                </a:lnSpc>
              </a:pPr>
            </a:p>
          </p:txBody>
        </p:sp>
      </p:grpSp>
      <p:grpSp>
        <p:nvGrpSpPr>
          <p:cNvPr name="Group 5" id="5"/>
          <p:cNvGrpSpPr>
            <a:grpSpLocks noChangeAspect="true"/>
          </p:cNvGrpSpPr>
          <p:nvPr/>
        </p:nvGrpSpPr>
        <p:grpSpPr>
          <a:xfrm rot="0">
            <a:off x="16418499" y="3091873"/>
            <a:ext cx="840801" cy="840798"/>
            <a:chOff x="0" y="0"/>
            <a:chExt cx="6350000" cy="6349975"/>
          </a:xfrm>
        </p:grpSpPr>
        <p:sp>
          <p:nvSpPr>
            <p:cNvPr name="Freeform 6" id="6"/>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l="-141950" t="-10795" r="-103197" b="-119303"/>
              </a:stretch>
            </a:blipFill>
          </p:spPr>
        </p:sp>
      </p:grpSp>
      <p:grpSp>
        <p:nvGrpSpPr>
          <p:cNvPr name="Group 7" id="7"/>
          <p:cNvGrpSpPr>
            <a:grpSpLocks noChangeAspect="true"/>
          </p:cNvGrpSpPr>
          <p:nvPr/>
        </p:nvGrpSpPr>
        <p:grpSpPr>
          <a:xfrm rot="0">
            <a:off x="16418499" y="2060287"/>
            <a:ext cx="840801" cy="840798"/>
            <a:chOff x="0" y="0"/>
            <a:chExt cx="6350000" cy="6349975"/>
          </a:xfrm>
        </p:grpSpPr>
        <p:sp>
          <p:nvSpPr>
            <p:cNvPr name="Freeform 8" id="8"/>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226237" t="-39583" r="-118560" b="-156949"/>
              </a:stretch>
            </a:blipFill>
          </p:spPr>
        </p:sp>
      </p:grpSp>
      <p:grpSp>
        <p:nvGrpSpPr>
          <p:cNvPr name="Group 9" id="9"/>
          <p:cNvGrpSpPr>
            <a:grpSpLocks noChangeAspect="true"/>
          </p:cNvGrpSpPr>
          <p:nvPr/>
        </p:nvGrpSpPr>
        <p:grpSpPr>
          <a:xfrm rot="0">
            <a:off x="16418499" y="1028700"/>
            <a:ext cx="840801" cy="840798"/>
            <a:chOff x="0" y="0"/>
            <a:chExt cx="6350000" cy="6349975"/>
          </a:xfrm>
        </p:grpSpPr>
        <p:sp>
          <p:nvSpPr>
            <p:cNvPr name="Freeform 10" id="10"/>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4"/>
              <a:stretch>
                <a:fillRect l="0" t="0" r="0" b="-49813"/>
              </a:stretch>
            </a:blipFill>
          </p:spPr>
        </p:sp>
      </p:grpSp>
      <p:grpSp>
        <p:nvGrpSpPr>
          <p:cNvPr name="Group 11" id="11"/>
          <p:cNvGrpSpPr/>
          <p:nvPr/>
        </p:nvGrpSpPr>
        <p:grpSpPr>
          <a:xfrm rot="0">
            <a:off x="10515278" y="2796425"/>
            <a:ext cx="2506383" cy="1451986"/>
            <a:chOff x="0" y="0"/>
            <a:chExt cx="1035847" cy="600082"/>
          </a:xfrm>
        </p:grpSpPr>
        <p:sp>
          <p:nvSpPr>
            <p:cNvPr name="Freeform 12" id="12"/>
            <p:cNvSpPr/>
            <p:nvPr/>
          </p:nvSpPr>
          <p:spPr>
            <a:xfrm flipH="false" flipV="false" rot="0">
              <a:off x="0" y="0"/>
              <a:ext cx="1035847" cy="600082"/>
            </a:xfrm>
            <a:custGeom>
              <a:avLst/>
              <a:gdLst/>
              <a:ahLst/>
              <a:cxnLst/>
              <a:rect r="r" b="b" t="t" l="l"/>
              <a:pathLst>
                <a:path h="600082" w="1035847">
                  <a:moveTo>
                    <a:pt x="61778" y="0"/>
                  </a:moveTo>
                  <a:lnTo>
                    <a:pt x="974070" y="0"/>
                  </a:lnTo>
                  <a:cubicBezTo>
                    <a:pt x="990454" y="0"/>
                    <a:pt x="1006167" y="6509"/>
                    <a:pt x="1017753" y="18094"/>
                  </a:cubicBezTo>
                  <a:cubicBezTo>
                    <a:pt x="1029338" y="29680"/>
                    <a:pt x="1035847" y="45393"/>
                    <a:pt x="1035847" y="61778"/>
                  </a:cubicBezTo>
                  <a:lnTo>
                    <a:pt x="1035847" y="538304"/>
                  </a:lnTo>
                  <a:cubicBezTo>
                    <a:pt x="1035847" y="554689"/>
                    <a:pt x="1029338" y="570402"/>
                    <a:pt x="1017753" y="581988"/>
                  </a:cubicBezTo>
                  <a:cubicBezTo>
                    <a:pt x="1006167" y="593573"/>
                    <a:pt x="990454" y="600082"/>
                    <a:pt x="974070" y="600082"/>
                  </a:cubicBezTo>
                  <a:lnTo>
                    <a:pt x="61778" y="600082"/>
                  </a:lnTo>
                  <a:cubicBezTo>
                    <a:pt x="27659" y="600082"/>
                    <a:pt x="0" y="572423"/>
                    <a:pt x="0" y="538304"/>
                  </a:cubicBezTo>
                  <a:lnTo>
                    <a:pt x="0" y="61778"/>
                  </a:lnTo>
                  <a:cubicBezTo>
                    <a:pt x="0" y="45393"/>
                    <a:pt x="6509" y="29680"/>
                    <a:pt x="18094" y="18094"/>
                  </a:cubicBezTo>
                  <a:cubicBezTo>
                    <a:pt x="29680" y="6509"/>
                    <a:pt x="45393" y="0"/>
                    <a:pt x="61778" y="0"/>
                  </a:cubicBezTo>
                  <a:close/>
                </a:path>
              </a:pathLst>
            </a:custGeom>
            <a:solidFill>
              <a:srgbClr val="4A44BD"/>
            </a:solidFill>
          </p:spPr>
        </p:sp>
        <p:sp>
          <p:nvSpPr>
            <p:cNvPr name="TextBox 13" id="13"/>
            <p:cNvSpPr txBox="true"/>
            <p:nvPr/>
          </p:nvSpPr>
          <p:spPr>
            <a:xfrm>
              <a:off x="0" y="-28575"/>
              <a:ext cx="1035847" cy="628657"/>
            </a:xfrm>
            <a:prstGeom prst="rect">
              <a:avLst/>
            </a:prstGeom>
          </p:spPr>
          <p:txBody>
            <a:bodyPr anchor="ctr" rtlCol="false" tIns="254000" lIns="254000" bIns="254000" rIns="254000"/>
            <a:lstStyle/>
            <a:p>
              <a:pPr algn="ctr">
                <a:lnSpc>
                  <a:spcPts val="2100"/>
                </a:lnSpc>
              </a:pPr>
              <a:r>
                <a:rPr lang="en-US" sz="1500">
                  <a:solidFill>
                    <a:srgbClr val="FFFFFF"/>
                  </a:solidFill>
                  <a:latin typeface="Open Sans"/>
                  <a:ea typeface="Open Sans"/>
                  <a:cs typeface="Open Sans"/>
                  <a:sym typeface="Open Sans"/>
                </a:rPr>
                <a:t>Viết ghi chú ở đây</a:t>
              </a:r>
            </a:p>
          </p:txBody>
        </p:sp>
      </p:grpSp>
      <p:grpSp>
        <p:nvGrpSpPr>
          <p:cNvPr name="Group 14" id="14"/>
          <p:cNvGrpSpPr/>
          <p:nvPr/>
        </p:nvGrpSpPr>
        <p:grpSpPr>
          <a:xfrm rot="0">
            <a:off x="5825503" y="3828011"/>
            <a:ext cx="2109563" cy="2109563"/>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E4F6"/>
            </a:solidFill>
          </p:spPr>
        </p:sp>
        <p:sp>
          <p:nvSpPr>
            <p:cNvPr name="TextBox 16" id="16"/>
            <p:cNvSpPr txBox="true"/>
            <p:nvPr/>
          </p:nvSpPr>
          <p:spPr>
            <a:xfrm>
              <a:off x="76200" y="47625"/>
              <a:ext cx="660400" cy="688975"/>
            </a:xfrm>
            <a:prstGeom prst="rect">
              <a:avLst/>
            </a:prstGeom>
          </p:spPr>
          <p:txBody>
            <a:bodyPr anchor="ctr" rtlCol="false" tIns="254000" lIns="254000" bIns="254000" rIns="254000"/>
            <a:lstStyle/>
            <a:p>
              <a:pPr algn="ctr">
                <a:lnSpc>
                  <a:spcPts val="2100"/>
                </a:lnSpc>
              </a:pPr>
              <a:r>
                <a:rPr lang="en-US" sz="1500">
                  <a:solidFill>
                    <a:srgbClr val="000000"/>
                  </a:solidFill>
                  <a:latin typeface="Open Sans"/>
                  <a:ea typeface="Open Sans"/>
                  <a:cs typeface="Open Sans"/>
                  <a:sym typeface="Open Sans"/>
                </a:rPr>
                <a:t>Viết một</a:t>
              </a:r>
            </a:p>
            <a:p>
              <a:pPr algn="ctr">
                <a:lnSpc>
                  <a:spcPts val="2100"/>
                </a:lnSpc>
              </a:pPr>
              <a:r>
                <a:rPr lang="en-US" sz="1500">
                  <a:solidFill>
                    <a:srgbClr val="000000"/>
                  </a:solidFill>
                  <a:latin typeface="Open Sans"/>
                  <a:ea typeface="Open Sans"/>
                  <a:cs typeface="Open Sans"/>
                  <a:sym typeface="Open Sans"/>
                </a:rPr>
                <a:t>ghi chú ở đây</a:t>
              </a:r>
            </a:p>
          </p:txBody>
        </p:sp>
      </p:grpSp>
      <p:grpSp>
        <p:nvGrpSpPr>
          <p:cNvPr name="Group 17" id="17"/>
          <p:cNvGrpSpPr>
            <a:grpSpLocks noChangeAspect="true"/>
          </p:cNvGrpSpPr>
          <p:nvPr/>
        </p:nvGrpSpPr>
        <p:grpSpPr>
          <a:xfrm rot="0">
            <a:off x="11348069" y="2376026"/>
            <a:ext cx="840801" cy="840798"/>
            <a:chOff x="0" y="0"/>
            <a:chExt cx="6350000" cy="6349975"/>
          </a:xfrm>
        </p:grpSpPr>
        <p:sp>
          <p:nvSpPr>
            <p:cNvPr name="Freeform 18" id="18"/>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4"/>
              <a:stretch>
                <a:fillRect l="0" t="0" r="0" b="-49813"/>
              </a:stretch>
            </a:blipFill>
          </p:spPr>
        </p:sp>
      </p:grpSp>
      <p:grpSp>
        <p:nvGrpSpPr>
          <p:cNvPr name="Group 19" id="19"/>
          <p:cNvGrpSpPr>
            <a:grpSpLocks noChangeAspect="true"/>
          </p:cNvGrpSpPr>
          <p:nvPr/>
        </p:nvGrpSpPr>
        <p:grpSpPr>
          <a:xfrm rot="0">
            <a:off x="6459884" y="3407612"/>
            <a:ext cx="840801" cy="840798"/>
            <a:chOff x="0" y="0"/>
            <a:chExt cx="6350000" cy="6349975"/>
          </a:xfrm>
        </p:grpSpPr>
        <p:sp>
          <p:nvSpPr>
            <p:cNvPr name="Freeform 20" id="20"/>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204369" t="-35154" r="-106380" b="-138680"/>
              </a:stretch>
            </a:blipFill>
          </p:spPr>
        </p:sp>
      </p:grpSp>
      <p:grpSp>
        <p:nvGrpSpPr>
          <p:cNvPr name="Group 21" id="21"/>
          <p:cNvGrpSpPr/>
          <p:nvPr/>
        </p:nvGrpSpPr>
        <p:grpSpPr>
          <a:xfrm rot="0">
            <a:off x="15466216" y="7434938"/>
            <a:ext cx="1793084" cy="1793084"/>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86353" y="0"/>
                  </a:moveTo>
                  <a:lnTo>
                    <a:pt x="726447" y="0"/>
                  </a:lnTo>
                  <a:cubicBezTo>
                    <a:pt x="749349" y="0"/>
                    <a:pt x="771313" y="9098"/>
                    <a:pt x="787508" y="25292"/>
                  </a:cubicBezTo>
                  <a:cubicBezTo>
                    <a:pt x="803702" y="41487"/>
                    <a:pt x="812800" y="63451"/>
                    <a:pt x="812800" y="86353"/>
                  </a:cubicBezTo>
                  <a:lnTo>
                    <a:pt x="812800" y="726447"/>
                  </a:lnTo>
                  <a:cubicBezTo>
                    <a:pt x="812800" y="749349"/>
                    <a:pt x="803702" y="771313"/>
                    <a:pt x="787508" y="787508"/>
                  </a:cubicBezTo>
                  <a:cubicBezTo>
                    <a:pt x="771313" y="803702"/>
                    <a:pt x="749349" y="812800"/>
                    <a:pt x="726447" y="812800"/>
                  </a:cubicBezTo>
                  <a:lnTo>
                    <a:pt x="86353" y="812800"/>
                  </a:lnTo>
                  <a:cubicBezTo>
                    <a:pt x="63451" y="812800"/>
                    <a:pt x="41487" y="803702"/>
                    <a:pt x="25292" y="787508"/>
                  </a:cubicBezTo>
                  <a:cubicBezTo>
                    <a:pt x="9098" y="771313"/>
                    <a:pt x="0" y="749349"/>
                    <a:pt x="0" y="726447"/>
                  </a:cubicBezTo>
                  <a:lnTo>
                    <a:pt x="0" y="86353"/>
                  </a:lnTo>
                  <a:cubicBezTo>
                    <a:pt x="0" y="63451"/>
                    <a:pt x="9098" y="41487"/>
                    <a:pt x="25292" y="25292"/>
                  </a:cubicBezTo>
                  <a:cubicBezTo>
                    <a:pt x="41487" y="9098"/>
                    <a:pt x="63451" y="0"/>
                    <a:pt x="86353" y="0"/>
                  </a:cubicBezTo>
                  <a:close/>
                </a:path>
              </a:pathLst>
            </a:custGeom>
            <a:solidFill>
              <a:srgbClr val="4A44BD"/>
            </a:solidFill>
          </p:spPr>
        </p:sp>
        <p:sp>
          <p:nvSpPr>
            <p:cNvPr name="TextBox 23" id="23"/>
            <p:cNvSpPr txBox="true"/>
            <p:nvPr/>
          </p:nvSpPr>
          <p:spPr>
            <a:xfrm>
              <a:off x="0" y="-19050"/>
              <a:ext cx="812800" cy="831850"/>
            </a:xfrm>
            <a:prstGeom prst="rect">
              <a:avLst/>
            </a:prstGeom>
          </p:spPr>
          <p:txBody>
            <a:bodyPr anchor="ctr" rtlCol="false" tIns="254000" lIns="254000" bIns="254000" rIns="254000"/>
            <a:lstStyle/>
            <a:p>
              <a:pPr algn="ctr">
                <a:lnSpc>
                  <a:spcPts val="1680"/>
                </a:lnSpc>
              </a:pPr>
              <a:r>
                <a:rPr lang="en-US" sz="1200">
                  <a:solidFill>
                    <a:srgbClr val="FFFFFF"/>
                  </a:solidFill>
                  <a:latin typeface="Open Sans"/>
                  <a:ea typeface="Open Sans"/>
                  <a:cs typeface="Open Sans"/>
                  <a:sym typeface="Open Sans"/>
                </a:rPr>
                <a:t>Sao chép một</a:t>
              </a:r>
            </a:p>
            <a:p>
              <a:pPr algn="ctr">
                <a:lnSpc>
                  <a:spcPts val="1680"/>
                </a:lnSpc>
              </a:pPr>
              <a:r>
                <a:rPr lang="en-US" sz="1200">
                  <a:solidFill>
                    <a:srgbClr val="FFFFFF"/>
                  </a:solidFill>
                  <a:latin typeface="Open Sans"/>
                  <a:ea typeface="Open Sans"/>
                  <a:cs typeface="Open Sans"/>
                  <a:sym typeface="Open Sans"/>
                </a:rPr>
                <a:t>ghi chú, kéo vào bảng và viết</a:t>
              </a:r>
            </a:p>
            <a:p>
              <a:pPr algn="ctr">
                <a:lnSpc>
                  <a:spcPts val="1680"/>
                </a:lnSpc>
              </a:pPr>
              <a:r>
                <a:rPr lang="en-US" sz="1200">
                  <a:solidFill>
                    <a:srgbClr val="FFFFFF"/>
                  </a:solidFill>
                  <a:latin typeface="Open Sans"/>
                  <a:ea typeface="Open Sans"/>
                  <a:cs typeface="Open Sans"/>
                  <a:sym typeface="Open Sans"/>
                </a:rPr>
                <a:t>ý tưởng của bạn.</a:t>
              </a:r>
            </a:p>
          </p:txBody>
        </p:sp>
      </p:grpSp>
      <p:grpSp>
        <p:nvGrpSpPr>
          <p:cNvPr name="Group 24" id="24"/>
          <p:cNvGrpSpPr/>
          <p:nvPr/>
        </p:nvGrpSpPr>
        <p:grpSpPr>
          <a:xfrm rot="0">
            <a:off x="13366311" y="7434938"/>
            <a:ext cx="1793084" cy="1793084"/>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E4F6"/>
            </a:solidFill>
          </p:spPr>
        </p:sp>
        <p:sp>
          <p:nvSpPr>
            <p:cNvPr name="TextBox 26" id="26"/>
            <p:cNvSpPr txBox="true"/>
            <p:nvPr/>
          </p:nvSpPr>
          <p:spPr>
            <a:xfrm>
              <a:off x="76200" y="57150"/>
              <a:ext cx="660400" cy="679450"/>
            </a:xfrm>
            <a:prstGeom prst="rect">
              <a:avLst/>
            </a:prstGeom>
          </p:spPr>
          <p:txBody>
            <a:bodyPr anchor="ctr" rtlCol="false" tIns="190500" lIns="190500" bIns="190500" rIns="190500"/>
            <a:lstStyle/>
            <a:p>
              <a:pPr algn="ctr">
                <a:lnSpc>
                  <a:spcPts val="1680"/>
                </a:lnSpc>
              </a:pPr>
              <a:r>
                <a:rPr lang="en-US" sz="1200">
                  <a:solidFill>
                    <a:srgbClr val="000000"/>
                  </a:solidFill>
                  <a:latin typeface="Open Sans"/>
                  <a:ea typeface="Open Sans"/>
                  <a:cs typeface="Open Sans"/>
                  <a:sym typeface="Open Sans"/>
                </a:rPr>
                <a:t>Sao chép một ghi chú, kéo vào bảng và viết</a:t>
              </a:r>
            </a:p>
            <a:p>
              <a:pPr algn="ctr">
                <a:lnSpc>
                  <a:spcPts val="1680"/>
                </a:lnSpc>
              </a:pPr>
              <a:r>
                <a:rPr lang="en-US" sz="1200">
                  <a:solidFill>
                    <a:srgbClr val="000000"/>
                  </a:solidFill>
                  <a:latin typeface="Open Sans"/>
                  <a:ea typeface="Open Sans"/>
                  <a:cs typeface="Open Sans"/>
                  <a:sym typeface="Open Sans"/>
                </a:rPr>
                <a:t>ý tưởng</a:t>
              </a:r>
            </a:p>
            <a:p>
              <a:pPr algn="ctr">
                <a:lnSpc>
                  <a:spcPts val="1680"/>
                </a:lnSpc>
              </a:pPr>
              <a:r>
                <a:rPr lang="en-US" sz="1200">
                  <a:solidFill>
                    <a:srgbClr val="000000"/>
                  </a:solidFill>
                  <a:latin typeface="Open Sans"/>
                  <a:ea typeface="Open Sans"/>
                  <a:cs typeface="Open Sans"/>
                  <a:sym typeface="Open Sans"/>
                </a:rPr>
                <a:t>của bạn.</a:t>
              </a:r>
            </a:p>
          </p:txBody>
        </p:sp>
      </p:grpSp>
      <p:grpSp>
        <p:nvGrpSpPr>
          <p:cNvPr name="Group 27" id="27"/>
          <p:cNvGrpSpPr/>
          <p:nvPr/>
        </p:nvGrpSpPr>
        <p:grpSpPr>
          <a:xfrm rot="0">
            <a:off x="1028700" y="6822813"/>
            <a:ext cx="5851584" cy="2405209"/>
            <a:chOff x="0" y="0"/>
            <a:chExt cx="4414519" cy="1814524"/>
          </a:xfrm>
        </p:grpSpPr>
        <p:sp>
          <p:nvSpPr>
            <p:cNvPr name="Freeform 28" id="28"/>
            <p:cNvSpPr/>
            <p:nvPr/>
          </p:nvSpPr>
          <p:spPr>
            <a:xfrm flipH="false" flipV="false" rot="0">
              <a:off x="0" y="0"/>
              <a:ext cx="4414519" cy="1814524"/>
            </a:xfrm>
            <a:custGeom>
              <a:avLst/>
              <a:gdLst/>
              <a:ahLst/>
              <a:cxnLst/>
              <a:rect r="r" b="b" t="t" l="l"/>
              <a:pathLst>
                <a:path h="1814524" w="4414519">
                  <a:moveTo>
                    <a:pt x="39691" y="0"/>
                  </a:moveTo>
                  <a:lnTo>
                    <a:pt x="4374828" y="0"/>
                  </a:lnTo>
                  <a:cubicBezTo>
                    <a:pt x="4396749" y="0"/>
                    <a:pt x="4414519" y="17770"/>
                    <a:pt x="4414519" y="39691"/>
                  </a:cubicBezTo>
                  <a:lnTo>
                    <a:pt x="4414519" y="1774833"/>
                  </a:lnTo>
                  <a:cubicBezTo>
                    <a:pt x="4414519" y="1796754"/>
                    <a:pt x="4396749" y="1814524"/>
                    <a:pt x="4374828" y="1814524"/>
                  </a:cubicBezTo>
                  <a:lnTo>
                    <a:pt x="39691" y="1814524"/>
                  </a:lnTo>
                  <a:cubicBezTo>
                    <a:pt x="17770" y="1814524"/>
                    <a:pt x="0" y="1796754"/>
                    <a:pt x="0" y="1774833"/>
                  </a:cubicBezTo>
                  <a:lnTo>
                    <a:pt x="0" y="39691"/>
                  </a:lnTo>
                  <a:cubicBezTo>
                    <a:pt x="0" y="17770"/>
                    <a:pt x="17770" y="0"/>
                    <a:pt x="39691" y="0"/>
                  </a:cubicBezTo>
                  <a:close/>
                </a:path>
              </a:pathLst>
            </a:custGeom>
            <a:solidFill>
              <a:srgbClr val="E1E1E1"/>
            </a:solidFill>
            <a:ln cap="rnd">
              <a:noFill/>
              <a:prstDash val="sysDot"/>
              <a:round/>
            </a:ln>
          </p:spPr>
        </p:sp>
        <p:sp>
          <p:nvSpPr>
            <p:cNvPr name="TextBox 29" id="29"/>
            <p:cNvSpPr txBox="true"/>
            <p:nvPr/>
          </p:nvSpPr>
          <p:spPr>
            <a:xfrm>
              <a:off x="0" y="-28575"/>
              <a:ext cx="4414519" cy="1843099"/>
            </a:xfrm>
            <a:prstGeom prst="rect">
              <a:avLst/>
            </a:prstGeom>
          </p:spPr>
          <p:txBody>
            <a:bodyPr anchor="ctr" rtlCol="false" tIns="254000" lIns="254000" bIns="254000" rIns="254000"/>
            <a:lstStyle/>
            <a:p>
              <a:pPr algn="l">
                <a:lnSpc>
                  <a:spcPts val="1960"/>
                </a:lnSpc>
              </a:pPr>
              <a:r>
                <a:rPr lang="en-US" sz="1400" b="true">
                  <a:solidFill>
                    <a:srgbClr val="000000"/>
                  </a:solidFill>
                  <a:latin typeface="Open Sans Bold"/>
                  <a:ea typeface="Open Sans Bold"/>
                  <a:cs typeface="Open Sans Bold"/>
                  <a:sym typeface="Open Sans Bold"/>
                </a:rPr>
                <a:t>Mẹo:</a:t>
              </a:r>
              <a:r>
                <a:rPr lang="en-US" sz="1400">
                  <a:solidFill>
                    <a:srgbClr val="000000"/>
                  </a:solidFill>
                  <a:latin typeface="Open Sans"/>
                  <a:ea typeface="Open Sans"/>
                  <a:cs typeface="Open Sans"/>
                  <a:sym typeface="Open Sans"/>
                </a:rPr>
                <a:t> Hợp tác giúp làm việc nhóm dễ dàng hơn! Nhấp vào</a:t>
              </a:r>
            </a:p>
            <a:p>
              <a:pPr algn="l">
                <a:lnSpc>
                  <a:spcPts val="1960"/>
                </a:lnSpc>
              </a:pPr>
              <a:r>
                <a:rPr lang="en-US" sz="1400">
                  <a:solidFill>
                    <a:srgbClr val="000000"/>
                  </a:solidFill>
                  <a:latin typeface="Open Sans"/>
                  <a:ea typeface="Open Sans"/>
                  <a:cs typeface="Open Sans"/>
                  <a:sym typeface="Open Sans"/>
                </a:rPr>
                <a:t>"Chia sẻ" và mời các thành viên trong nhóm cùng điền thông tin. Sử dụng trang này cho các thông báo, thảo luận ý tưởng và các hoạt động nhóm thú vị khác.</a:t>
              </a:r>
            </a:p>
            <a:p>
              <a:pPr algn="l">
                <a:lnSpc>
                  <a:spcPts val="1960"/>
                </a:lnSpc>
              </a:pPr>
            </a:p>
            <a:p>
              <a:pPr algn="l">
                <a:lnSpc>
                  <a:spcPts val="1960"/>
                </a:lnSpc>
              </a:pPr>
              <a:r>
                <a:rPr lang="en-US" sz="1400" b="true">
                  <a:solidFill>
                    <a:srgbClr val="000000"/>
                  </a:solidFill>
                  <a:latin typeface="Open Sans Bold"/>
                  <a:ea typeface="Open Sans Bold"/>
                  <a:cs typeface="Open Sans Bold"/>
                  <a:sym typeface="Open Sans Bold"/>
                </a:rPr>
                <a:t>Nhấp chuột phải</a:t>
              </a:r>
              <a:r>
                <a:rPr lang="en-US" sz="1400">
                  <a:solidFill>
                    <a:srgbClr val="000000"/>
                  </a:solidFill>
                  <a:latin typeface="Open Sans"/>
                  <a:ea typeface="Open Sans"/>
                  <a:cs typeface="Open Sans"/>
                  <a:sym typeface="Open Sans"/>
                </a:rPr>
                <a:t> vào </a:t>
              </a:r>
              <a:r>
                <a:rPr lang="en-US" sz="1400" b="true">
                  <a:solidFill>
                    <a:srgbClr val="000000"/>
                  </a:solidFill>
                  <a:latin typeface="Open Sans Bold"/>
                  <a:ea typeface="Open Sans Bold"/>
                  <a:cs typeface="Open Sans Bold"/>
                  <a:sym typeface="Open Sans Bold"/>
                </a:rPr>
                <a:t>nền</a:t>
              </a:r>
              <a:r>
                <a:rPr lang="en-US" sz="1400">
                  <a:solidFill>
                    <a:srgbClr val="000000"/>
                  </a:solidFill>
                  <a:latin typeface="Open Sans"/>
                  <a:ea typeface="Open Sans"/>
                  <a:cs typeface="Open Sans"/>
                  <a:sym typeface="Open Sans"/>
                </a:rPr>
                <a:t> của slide, hoặc vào </a:t>
              </a:r>
              <a:r>
                <a:rPr lang="en-US" sz="1400" b="true">
                  <a:solidFill>
                    <a:srgbClr val="000000"/>
                  </a:solidFill>
                  <a:latin typeface="Open Sans Bold"/>
                  <a:ea typeface="Open Sans Bold"/>
                  <a:cs typeface="Open Sans Bold"/>
                  <a:sym typeface="Open Sans Bold"/>
                </a:rPr>
                <a:t>hình thu nhỏ</a:t>
              </a:r>
            </a:p>
            <a:p>
              <a:pPr algn="l">
                <a:lnSpc>
                  <a:spcPts val="1960"/>
                </a:lnSpc>
              </a:pPr>
              <a:r>
                <a:rPr lang="en-US" sz="1400">
                  <a:solidFill>
                    <a:srgbClr val="000000"/>
                  </a:solidFill>
                  <a:latin typeface="Open Sans"/>
                  <a:ea typeface="Open Sans"/>
                  <a:cs typeface="Open Sans"/>
                  <a:sym typeface="Open Sans"/>
                </a:rPr>
                <a:t>bên dưới, để mở rộng </a:t>
              </a:r>
              <a:r>
                <a:rPr lang="en-US" sz="1400" b="true">
                  <a:solidFill>
                    <a:srgbClr val="000000"/>
                  </a:solidFill>
                  <a:latin typeface="Open Sans Bold"/>
                  <a:ea typeface="Open Sans Bold"/>
                  <a:cs typeface="Open Sans Bold"/>
                  <a:sym typeface="Open Sans Bold"/>
                </a:rPr>
                <a:t>trang này </a:t>
              </a:r>
              <a:r>
                <a:rPr lang="en-US" sz="1400">
                  <a:solidFill>
                    <a:srgbClr val="000000"/>
                  </a:solidFill>
                  <a:latin typeface="Open Sans"/>
                  <a:ea typeface="Open Sans"/>
                  <a:cs typeface="Open Sans"/>
                  <a:sym typeface="Open Sans"/>
                </a:rPr>
                <a:t>thành </a:t>
              </a:r>
              <a:r>
                <a:rPr lang="en-US" sz="1400" b="true">
                  <a:solidFill>
                    <a:srgbClr val="000000"/>
                  </a:solidFill>
                  <a:latin typeface="Open Sans Bold"/>
                  <a:ea typeface="Open Sans Bold"/>
                  <a:cs typeface="Open Sans Bold"/>
                  <a:sym typeface="Open Sans Bold"/>
                </a:rPr>
                <a:t>whiteboard</a:t>
              </a:r>
              <a:r>
                <a:rPr lang="en-US" sz="1400">
                  <a:solidFill>
                    <a:srgbClr val="000000"/>
                  </a:solidFill>
                  <a:latin typeface="Open Sans"/>
                  <a:ea typeface="Open Sans"/>
                  <a:cs typeface="Open Sans"/>
                  <a:sym typeface="Open Sans"/>
                </a:rPr>
                <a:t> để có thêm không gian!</a:t>
              </a:r>
            </a:p>
          </p:txBody>
        </p:sp>
      </p:grpSp>
      <p:sp>
        <p:nvSpPr>
          <p:cNvPr name="TextBox 30" id="30"/>
          <p:cNvSpPr txBox="true"/>
          <p:nvPr/>
        </p:nvSpPr>
        <p:spPr>
          <a:xfrm rot="0">
            <a:off x="1028700" y="1076325"/>
            <a:ext cx="8732351" cy="1585595"/>
          </a:xfrm>
          <a:prstGeom prst="rect">
            <a:avLst/>
          </a:prstGeom>
        </p:spPr>
        <p:txBody>
          <a:bodyPr anchor="t" rtlCol="false" tIns="0" lIns="0" bIns="0" rIns="0">
            <a:spAutoFit/>
          </a:bodyPr>
          <a:lstStyle/>
          <a:p>
            <a:pPr algn="l">
              <a:lnSpc>
                <a:spcPts val="6160"/>
              </a:lnSpc>
            </a:pPr>
            <a:r>
              <a:rPr lang="en-US" sz="5600" spc="-112" b="true">
                <a:solidFill>
                  <a:srgbClr val="4A44BD"/>
                </a:solidFill>
                <a:latin typeface="Be Vietnam Ultra-Bold"/>
                <a:ea typeface="Be Vietnam Ultra-Bold"/>
                <a:cs typeface="Be Vietnam Ultra-Bold"/>
                <a:sym typeface="Be Vietnam Ultra-Bold"/>
              </a:rPr>
              <a:t>Cộng tác trên</a:t>
            </a:r>
          </a:p>
          <a:p>
            <a:pPr algn="l">
              <a:lnSpc>
                <a:spcPts val="6160"/>
              </a:lnSpc>
            </a:pPr>
            <a:r>
              <a:rPr lang="en-US" sz="5600" spc="-112" b="true">
                <a:solidFill>
                  <a:srgbClr val="4A44BD"/>
                </a:solidFill>
                <a:latin typeface="Be Vietnam Ultra-Bold"/>
                <a:ea typeface="Be Vietnam Ultra-Bold"/>
                <a:cs typeface="Be Vietnam Ultra-Bold"/>
                <a:sym typeface="Be Vietnam Ultra-Bold"/>
              </a:rPr>
              <a:t>Whiteboard</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623970" y="4331285"/>
            <a:ext cx="3086100" cy="1543050"/>
            <a:chOff x="0" y="0"/>
            <a:chExt cx="812800" cy="406400"/>
          </a:xfrm>
        </p:grpSpPr>
        <p:sp>
          <p:nvSpPr>
            <p:cNvPr name="Freeform 3" id="3"/>
            <p:cNvSpPr/>
            <p:nvPr/>
          </p:nvSpPr>
          <p:spPr>
            <a:xfrm flipH="false" flipV="false" rot="0">
              <a:off x="0" y="0"/>
              <a:ext cx="812800" cy="406400"/>
            </a:xfrm>
            <a:custGeom>
              <a:avLst/>
              <a:gdLst/>
              <a:ahLst/>
              <a:cxnLst/>
              <a:rect r="r" b="b" t="t" l="l"/>
              <a:pathLst>
                <a:path h="406400" w="812800">
                  <a:moveTo>
                    <a:pt x="50173" y="0"/>
                  </a:moveTo>
                  <a:lnTo>
                    <a:pt x="762627" y="0"/>
                  </a:lnTo>
                  <a:cubicBezTo>
                    <a:pt x="775934" y="0"/>
                    <a:pt x="788695" y="5286"/>
                    <a:pt x="798105" y="14695"/>
                  </a:cubicBezTo>
                  <a:cubicBezTo>
                    <a:pt x="807514" y="24105"/>
                    <a:pt x="812800" y="36866"/>
                    <a:pt x="812800" y="50173"/>
                  </a:cubicBezTo>
                  <a:lnTo>
                    <a:pt x="812800" y="356227"/>
                  </a:lnTo>
                  <a:cubicBezTo>
                    <a:pt x="812800" y="369534"/>
                    <a:pt x="807514" y="382295"/>
                    <a:pt x="798105" y="391705"/>
                  </a:cubicBezTo>
                  <a:cubicBezTo>
                    <a:pt x="788695" y="401114"/>
                    <a:pt x="775934" y="406400"/>
                    <a:pt x="762627" y="406400"/>
                  </a:cubicBezTo>
                  <a:lnTo>
                    <a:pt x="50173" y="406400"/>
                  </a:lnTo>
                  <a:cubicBezTo>
                    <a:pt x="36866" y="406400"/>
                    <a:pt x="24105" y="401114"/>
                    <a:pt x="14695" y="391705"/>
                  </a:cubicBezTo>
                  <a:cubicBezTo>
                    <a:pt x="5286" y="382295"/>
                    <a:pt x="0" y="369534"/>
                    <a:pt x="0" y="356227"/>
                  </a:cubicBezTo>
                  <a:lnTo>
                    <a:pt x="0" y="50173"/>
                  </a:lnTo>
                  <a:cubicBezTo>
                    <a:pt x="0" y="36866"/>
                    <a:pt x="5286" y="24105"/>
                    <a:pt x="14695" y="14695"/>
                  </a:cubicBezTo>
                  <a:cubicBezTo>
                    <a:pt x="24105" y="5286"/>
                    <a:pt x="36866" y="0"/>
                    <a:pt x="50173" y="0"/>
                  </a:cubicBezTo>
                  <a:close/>
                </a:path>
              </a:pathLst>
            </a:custGeom>
            <a:solidFill>
              <a:srgbClr val="4A44BD"/>
            </a:solidFill>
          </p:spPr>
        </p:sp>
        <p:sp>
          <p:nvSpPr>
            <p:cNvPr name="TextBox 4" id="4"/>
            <p:cNvSpPr txBox="true"/>
            <p:nvPr/>
          </p:nvSpPr>
          <p:spPr>
            <a:xfrm>
              <a:off x="0" y="0"/>
              <a:ext cx="812800" cy="406400"/>
            </a:xfrm>
            <a:prstGeom prst="rect">
              <a:avLst/>
            </a:prstGeom>
          </p:spPr>
          <p:txBody>
            <a:bodyPr anchor="ctr" rtlCol="false" tIns="254000" lIns="254000" bIns="254000" rIns="254000"/>
            <a:lstStyle/>
            <a:p>
              <a:pPr algn="ctr">
                <a:lnSpc>
                  <a:spcPts val="2999"/>
                </a:lnSpc>
              </a:pPr>
              <a:r>
                <a:rPr lang="en-US" b="true" sz="2499">
                  <a:solidFill>
                    <a:srgbClr val="FFFFFF"/>
                  </a:solidFill>
                  <a:latin typeface="Be Vietnam Ultra-Bold"/>
                  <a:ea typeface="Be Vietnam Ultra-Bold"/>
                  <a:cs typeface="Be Vietnam Ultra-Bold"/>
                  <a:sym typeface="Be Vietnam Ultra-Bold"/>
                </a:rPr>
                <a:t>THÊM CHỦ ĐỀ CHÍNH</a:t>
              </a:r>
            </a:p>
          </p:txBody>
        </p:sp>
      </p:grpSp>
      <p:sp>
        <p:nvSpPr>
          <p:cNvPr name="AutoShape 5" id="5"/>
          <p:cNvSpPr/>
          <p:nvPr/>
        </p:nvSpPr>
        <p:spPr>
          <a:xfrm>
            <a:off x="10710070" y="5102810"/>
            <a:ext cx="990600" cy="0"/>
          </a:xfrm>
          <a:prstGeom prst="line">
            <a:avLst/>
          </a:prstGeom>
          <a:ln cap="flat" w="19050">
            <a:solidFill>
              <a:srgbClr val="000000"/>
            </a:solidFill>
            <a:prstDash val="solid"/>
            <a:headEnd type="none" len="sm" w="sm"/>
            <a:tailEnd type="arrow" len="sm" w="med"/>
          </a:ln>
        </p:spPr>
      </p:sp>
      <p:sp>
        <p:nvSpPr>
          <p:cNvPr name="AutoShape 6" id="6"/>
          <p:cNvSpPr/>
          <p:nvPr/>
        </p:nvSpPr>
        <p:spPr>
          <a:xfrm flipV="true">
            <a:off x="9167020" y="3079375"/>
            <a:ext cx="0" cy="1251909"/>
          </a:xfrm>
          <a:prstGeom prst="line">
            <a:avLst/>
          </a:prstGeom>
          <a:ln cap="flat" w="19050">
            <a:solidFill>
              <a:srgbClr val="000000"/>
            </a:solidFill>
            <a:prstDash val="solid"/>
            <a:headEnd type="none" len="sm" w="sm"/>
            <a:tailEnd type="arrow" len="sm" w="med"/>
          </a:ln>
        </p:spPr>
      </p:sp>
      <p:sp>
        <p:nvSpPr>
          <p:cNvPr name="AutoShape 7" id="7"/>
          <p:cNvSpPr/>
          <p:nvPr/>
        </p:nvSpPr>
        <p:spPr>
          <a:xfrm>
            <a:off x="9167020" y="5874335"/>
            <a:ext cx="0" cy="1278940"/>
          </a:xfrm>
          <a:prstGeom prst="line">
            <a:avLst/>
          </a:prstGeom>
          <a:ln cap="flat" w="19050">
            <a:solidFill>
              <a:srgbClr val="000000"/>
            </a:solidFill>
            <a:prstDash val="solid"/>
            <a:headEnd type="none" len="sm" w="sm"/>
            <a:tailEnd type="arrow" len="sm" w="med"/>
          </a:ln>
        </p:spPr>
      </p:sp>
      <p:sp>
        <p:nvSpPr>
          <p:cNvPr name="AutoShape 8" id="8"/>
          <p:cNvSpPr/>
          <p:nvPr/>
        </p:nvSpPr>
        <p:spPr>
          <a:xfrm flipH="true">
            <a:off x="6646391" y="5102810"/>
            <a:ext cx="977579" cy="0"/>
          </a:xfrm>
          <a:prstGeom prst="line">
            <a:avLst/>
          </a:prstGeom>
          <a:ln cap="flat" w="19050">
            <a:solidFill>
              <a:srgbClr val="000000"/>
            </a:solidFill>
            <a:prstDash val="solid"/>
            <a:headEnd type="none" len="sm" w="sm"/>
            <a:tailEnd type="arrow" len="sm" w="med"/>
          </a:ln>
        </p:spPr>
      </p:sp>
      <p:grpSp>
        <p:nvGrpSpPr>
          <p:cNvPr name="Group 9" id="9"/>
          <p:cNvGrpSpPr/>
          <p:nvPr/>
        </p:nvGrpSpPr>
        <p:grpSpPr>
          <a:xfrm rot="0">
            <a:off x="4150841" y="4622569"/>
            <a:ext cx="2495550" cy="960481"/>
            <a:chOff x="0" y="0"/>
            <a:chExt cx="657264" cy="252966"/>
          </a:xfrm>
        </p:grpSpPr>
        <p:sp>
          <p:nvSpPr>
            <p:cNvPr name="Freeform 10" id="10"/>
            <p:cNvSpPr/>
            <p:nvPr/>
          </p:nvSpPr>
          <p:spPr>
            <a:xfrm flipH="false" flipV="false" rot="0">
              <a:off x="0" y="0"/>
              <a:ext cx="657264" cy="252966"/>
            </a:xfrm>
            <a:custGeom>
              <a:avLst/>
              <a:gdLst/>
              <a:ahLst/>
              <a:cxnLst/>
              <a:rect r="r" b="b" t="t" l="l"/>
              <a:pathLst>
                <a:path h="252966" w="657264">
                  <a:moveTo>
                    <a:pt x="62046" y="0"/>
                  </a:moveTo>
                  <a:lnTo>
                    <a:pt x="595218" y="0"/>
                  </a:lnTo>
                  <a:cubicBezTo>
                    <a:pt x="611674" y="0"/>
                    <a:pt x="627456" y="6537"/>
                    <a:pt x="639091" y="18173"/>
                  </a:cubicBezTo>
                  <a:cubicBezTo>
                    <a:pt x="650727" y="29809"/>
                    <a:pt x="657264" y="45590"/>
                    <a:pt x="657264" y="62046"/>
                  </a:cubicBezTo>
                  <a:lnTo>
                    <a:pt x="657264" y="190920"/>
                  </a:lnTo>
                  <a:cubicBezTo>
                    <a:pt x="657264" y="207376"/>
                    <a:pt x="650727" y="223158"/>
                    <a:pt x="639091" y="234793"/>
                  </a:cubicBezTo>
                  <a:cubicBezTo>
                    <a:pt x="627456" y="246429"/>
                    <a:pt x="611674" y="252966"/>
                    <a:pt x="595218" y="252966"/>
                  </a:cubicBezTo>
                  <a:lnTo>
                    <a:pt x="62046" y="252966"/>
                  </a:lnTo>
                  <a:cubicBezTo>
                    <a:pt x="45590" y="252966"/>
                    <a:pt x="29809" y="246429"/>
                    <a:pt x="18173" y="234793"/>
                  </a:cubicBezTo>
                  <a:cubicBezTo>
                    <a:pt x="6537" y="223158"/>
                    <a:pt x="0" y="207376"/>
                    <a:pt x="0" y="190920"/>
                  </a:cubicBezTo>
                  <a:lnTo>
                    <a:pt x="0" y="62046"/>
                  </a:lnTo>
                  <a:cubicBezTo>
                    <a:pt x="0" y="45590"/>
                    <a:pt x="6537" y="29809"/>
                    <a:pt x="18173" y="18173"/>
                  </a:cubicBezTo>
                  <a:cubicBezTo>
                    <a:pt x="29809" y="6537"/>
                    <a:pt x="45590" y="0"/>
                    <a:pt x="62046" y="0"/>
                  </a:cubicBezTo>
                  <a:close/>
                </a:path>
              </a:pathLst>
            </a:custGeom>
            <a:solidFill>
              <a:srgbClr val="C0E4F6"/>
            </a:solidFill>
          </p:spPr>
        </p:sp>
        <p:sp>
          <p:nvSpPr>
            <p:cNvPr name="TextBox 11" id="11"/>
            <p:cNvSpPr txBox="true"/>
            <p:nvPr/>
          </p:nvSpPr>
          <p:spPr>
            <a:xfrm>
              <a:off x="0" y="-28575"/>
              <a:ext cx="657264" cy="281541"/>
            </a:xfrm>
            <a:prstGeom prst="rect">
              <a:avLst/>
            </a:prstGeom>
          </p:spPr>
          <p:txBody>
            <a:bodyPr anchor="ctr" rtlCol="false" tIns="254000" lIns="254000" bIns="254000" rIns="254000"/>
            <a:lstStyle/>
            <a:p>
              <a:pPr algn="ctr">
                <a:lnSpc>
                  <a:spcPts val="2100"/>
                </a:lnSpc>
              </a:pPr>
              <a:r>
                <a:rPr lang="en-US" sz="1500">
                  <a:solidFill>
                    <a:srgbClr val="000000"/>
                  </a:solidFill>
                  <a:latin typeface="Open Sans"/>
                  <a:ea typeface="Open Sans"/>
                  <a:cs typeface="Open Sans"/>
                  <a:sym typeface="Open Sans"/>
                </a:rPr>
                <a:t>Thêm một ý tưởng</a:t>
              </a:r>
            </a:p>
            <a:p>
              <a:pPr algn="ctr">
                <a:lnSpc>
                  <a:spcPts val="2100"/>
                </a:lnSpc>
              </a:pPr>
              <a:r>
                <a:rPr lang="en-US" sz="1500">
                  <a:solidFill>
                    <a:srgbClr val="000000"/>
                  </a:solidFill>
                  <a:latin typeface="Open Sans"/>
                  <a:ea typeface="Open Sans"/>
                  <a:cs typeface="Open Sans"/>
                  <a:sym typeface="Open Sans"/>
                </a:rPr>
                <a:t>liên quan</a:t>
              </a:r>
            </a:p>
          </p:txBody>
        </p:sp>
      </p:grpSp>
      <p:grpSp>
        <p:nvGrpSpPr>
          <p:cNvPr name="Group 12" id="12"/>
          <p:cNvGrpSpPr/>
          <p:nvPr/>
        </p:nvGrpSpPr>
        <p:grpSpPr>
          <a:xfrm rot="0">
            <a:off x="7919245" y="2118894"/>
            <a:ext cx="2495550" cy="960481"/>
            <a:chOff x="0" y="0"/>
            <a:chExt cx="657264" cy="252966"/>
          </a:xfrm>
        </p:grpSpPr>
        <p:sp>
          <p:nvSpPr>
            <p:cNvPr name="Freeform 13" id="13"/>
            <p:cNvSpPr/>
            <p:nvPr/>
          </p:nvSpPr>
          <p:spPr>
            <a:xfrm flipH="false" flipV="false" rot="0">
              <a:off x="0" y="0"/>
              <a:ext cx="657264" cy="252966"/>
            </a:xfrm>
            <a:custGeom>
              <a:avLst/>
              <a:gdLst/>
              <a:ahLst/>
              <a:cxnLst/>
              <a:rect r="r" b="b" t="t" l="l"/>
              <a:pathLst>
                <a:path h="252966" w="657264">
                  <a:moveTo>
                    <a:pt x="62046" y="0"/>
                  </a:moveTo>
                  <a:lnTo>
                    <a:pt x="595218" y="0"/>
                  </a:lnTo>
                  <a:cubicBezTo>
                    <a:pt x="611674" y="0"/>
                    <a:pt x="627456" y="6537"/>
                    <a:pt x="639091" y="18173"/>
                  </a:cubicBezTo>
                  <a:cubicBezTo>
                    <a:pt x="650727" y="29809"/>
                    <a:pt x="657264" y="45590"/>
                    <a:pt x="657264" y="62046"/>
                  </a:cubicBezTo>
                  <a:lnTo>
                    <a:pt x="657264" y="190920"/>
                  </a:lnTo>
                  <a:cubicBezTo>
                    <a:pt x="657264" y="207376"/>
                    <a:pt x="650727" y="223158"/>
                    <a:pt x="639091" y="234793"/>
                  </a:cubicBezTo>
                  <a:cubicBezTo>
                    <a:pt x="627456" y="246429"/>
                    <a:pt x="611674" y="252966"/>
                    <a:pt x="595218" y="252966"/>
                  </a:cubicBezTo>
                  <a:lnTo>
                    <a:pt x="62046" y="252966"/>
                  </a:lnTo>
                  <a:cubicBezTo>
                    <a:pt x="45590" y="252966"/>
                    <a:pt x="29809" y="246429"/>
                    <a:pt x="18173" y="234793"/>
                  </a:cubicBezTo>
                  <a:cubicBezTo>
                    <a:pt x="6537" y="223158"/>
                    <a:pt x="0" y="207376"/>
                    <a:pt x="0" y="190920"/>
                  </a:cubicBezTo>
                  <a:lnTo>
                    <a:pt x="0" y="62046"/>
                  </a:lnTo>
                  <a:cubicBezTo>
                    <a:pt x="0" y="45590"/>
                    <a:pt x="6537" y="29809"/>
                    <a:pt x="18173" y="18173"/>
                  </a:cubicBezTo>
                  <a:cubicBezTo>
                    <a:pt x="29809" y="6537"/>
                    <a:pt x="45590" y="0"/>
                    <a:pt x="62046" y="0"/>
                  </a:cubicBezTo>
                  <a:close/>
                </a:path>
              </a:pathLst>
            </a:custGeom>
            <a:solidFill>
              <a:srgbClr val="C0E4F6"/>
            </a:solidFill>
          </p:spPr>
        </p:sp>
        <p:sp>
          <p:nvSpPr>
            <p:cNvPr name="TextBox 14" id="14"/>
            <p:cNvSpPr txBox="true"/>
            <p:nvPr/>
          </p:nvSpPr>
          <p:spPr>
            <a:xfrm>
              <a:off x="0" y="-28575"/>
              <a:ext cx="657264" cy="281541"/>
            </a:xfrm>
            <a:prstGeom prst="rect">
              <a:avLst/>
            </a:prstGeom>
          </p:spPr>
          <p:txBody>
            <a:bodyPr anchor="ctr" rtlCol="false" tIns="254000" lIns="254000" bIns="254000" rIns="254000"/>
            <a:lstStyle/>
            <a:p>
              <a:pPr algn="ctr">
                <a:lnSpc>
                  <a:spcPts val="2100"/>
                </a:lnSpc>
              </a:pPr>
              <a:r>
                <a:rPr lang="en-US" sz="1500">
                  <a:solidFill>
                    <a:srgbClr val="000000"/>
                  </a:solidFill>
                  <a:latin typeface="Open Sans"/>
                  <a:ea typeface="Open Sans"/>
                  <a:cs typeface="Open Sans"/>
                  <a:sym typeface="Open Sans"/>
                </a:rPr>
                <a:t>Thêm một ý tưởng</a:t>
              </a:r>
            </a:p>
            <a:p>
              <a:pPr algn="ctr">
                <a:lnSpc>
                  <a:spcPts val="2100"/>
                </a:lnSpc>
              </a:pPr>
              <a:r>
                <a:rPr lang="en-US" sz="1500">
                  <a:solidFill>
                    <a:srgbClr val="000000"/>
                  </a:solidFill>
                  <a:latin typeface="Open Sans"/>
                  <a:ea typeface="Open Sans"/>
                  <a:cs typeface="Open Sans"/>
                  <a:sym typeface="Open Sans"/>
                </a:rPr>
                <a:t>liên quan</a:t>
              </a:r>
            </a:p>
          </p:txBody>
        </p:sp>
      </p:grpSp>
      <p:grpSp>
        <p:nvGrpSpPr>
          <p:cNvPr name="Group 15" id="15"/>
          <p:cNvGrpSpPr/>
          <p:nvPr/>
        </p:nvGrpSpPr>
        <p:grpSpPr>
          <a:xfrm rot="0">
            <a:off x="7919245" y="7153275"/>
            <a:ext cx="2495550" cy="960481"/>
            <a:chOff x="0" y="0"/>
            <a:chExt cx="657264" cy="252966"/>
          </a:xfrm>
        </p:grpSpPr>
        <p:sp>
          <p:nvSpPr>
            <p:cNvPr name="Freeform 16" id="16"/>
            <p:cNvSpPr/>
            <p:nvPr/>
          </p:nvSpPr>
          <p:spPr>
            <a:xfrm flipH="false" flipV="false" rot="0">
              <a:off x="0" y="0"/>
              <a:ext cx="657264" cy="252966"/>
            </a:xfrm>
            <a:custGeom>
              <a:avLst/>
              <a:gdLst/>
              <a:ahLst/>
              <a:cxnLst/>
              <a:rect r="r" b="b" t="t" l="l"/>
              <a:pathLst>
                <a:path h="252966" w="657264">
                  <a:moveTo>
                    <a:pt x="62046" y="0"/>
                  </a:moveTo>
                  <a:lnTo>
                    <a:pt x="595218" y="0"/>
                  </a:lnTo>
                  <a:cubicBezTo>
                    <a:pt x="611674" y="0"/>
                    <a:pt x="627456" y="6537"/>
                    <a:pt x="639091" y="18173"/>
                  </a:cubicBezTo>
                  <a:cubicBezTo>
                    <a:pt x="650727" y="29809"/>
                    <a:pt x="657264" y="45590"/>
                    <a:pt x="657264" y="62046"/>
                  </a:cubicBezTo>
                  <a:lnTo>
                    <a:pt x="657264" y="190920"/>
                  </a:lnTo>
                  <a:cubicBezTo>
                    <a:pt x="657264" y="207376"/>
                    <a:pt x="650727" y="223158"/>
                    <a:pt x="639091" y="234793"/>
                  </a:cubicBezTo>
                  <a:cubicBezTo>
                    <a:pt x="627456" y="246429"/>
                    <a:pt x="611674" y="252966"/>
                    <a:pt x="595218" y="252966"/>
                  </a:cubicBezTo>
                  <a:lnTo>
                    <a:pt x="62046" y="252966"/>
                  </a:lnTo>
                  <a:cubicBezTo>
                    <a:pt x="45590" y="252966"/>
                    <a:pt x="29809" y="246429"/>
                    <a:pt x="18173" y="234793"/>
                  </a:cubicBezTo>
                  <a:cubicBezTo>
                    <a:pt x="6537" y="223158"/>
                    <a:pt x="0" y="207376"/>
                    <a:pt x="0" y="190920"/>
                  </a:cubicBezTo>
                  <a:lnTo>
                    <a:pt x="0" y="62046"/>
                  </a:lnTo>
                  <a:cubicBezTo>
                    <a:pt x="0" y="45590"/>
                    <a:pt x="6537" y="29809"/>
                    <a:pt x="18173" y="18173"/>
                  </a:cubicBezTo>
                  <a:cubicBezTo>
                    <a:pt x="29809" y="6537"/>
                    <a:pt x="45590" y="0"/>
                    <a:pt x="62046" y="0"/>
                  </a:cubicBezTo>
                  <a:close/>
                </a:path>
              </a:pathLst>
            </a:custGeom>
            <a:solidFill>
              <a:srgbClr val="C0E4F6"/>
            </a:solidFill>
          </p:spPr>
        </p:sp>
        <p:sp>
          <p:nvSpPr>
            <p:cNvPr name="TextBox 17" id="17"/>
            <p:cNvSpPr txBox="true"/>
            <p:nvPr/>
          </p:nvSpPr>
          <p:spPr>
            <a:xfrm>
              <a:off x="0" y="-28575"/>
              <a:ext cx="657264" cy="281541"/>
            </a:xfrm>
            <a:prstGeom prst="rect">
              <a:avLst/>
            </a:prstGeom>
          </p:spPr>
          <p:txBody>
            <a:bodyPr anchor="ctr" rtlCol="false" tIns="254000" lIns="254000" bIns="254000" rIns="254000"/>
            <a:lstStyle/>
            <a:p>
              <a:pPr algn="ctr">
                <a:lnSpc>
                  <a:spcPts val="2100"/>
                </a:lnSpc>
              </a:pPr>
              <a:r>
                <a:rPr lang="en-US" sz="1500">
                  <a:solidFill>
                    <a:srgbClr val="000000"/>
                  </a:solidFill>
                  <a:latin typeface="Open Sans"/>
                  <a:ea typeface="Open Sans"/>
                  <a:cs typeface="Open Sans"/>
                  <a:sym typeface="Open Sans"/>
                </a:rPr>
                <a:t>Thêm một ý tưởng</a:t>
              </a:r>
            </a:p>
            <a:p>
              <a:pPr algn="ctr">
                <a:lnSpc>
                  <a:spcPts val="2100"/>
                </a:lnSpc>
              </a:pPr>
              <a:r>
                <a:rPr lang="en-US" sz="1500">
                  <a:solidFill>
                    <a:srgbClr val="000000"/>
                  </a:solidFill>
                  <a:latin typeface="Open Sans"/>
                  <a:ea typeface="Open Sans"/>
                  <a:cs typeface="Open Sans"/>
                  <a:sym typeface="Open Sans"/>
                </a:rPr>
                <a:t>liên quan</a:t>
              </a:r>
            </a:p>
          </p:txBody>
        </p:sp>
      </p:grpSp>
      <p:grpSp>
        <p:nvGrpSpPr>
          <p:cNvPr name="Group 18" id="18"/>
          <p:cNvGrpSpPr/>
          <p:nvPr/>
        </p:nvGrpSpPr>
        <p:grpSpPr>
          <a:xfrm rot="0">
            <a:off x="11700670" y="4622569"/>
            <a:ext cx="2495550" cy="960481"/>
            <a:chOff x="0" y="0"/>
            <a:chExt cx="657264" cy="252966"/>
          </a:xfrm>
        </p:grpSpPr>
        <p:sp>
          <p:nvSpPr>
            <p:cNvPr name="Freeform 19" id="19"/>
            <p:cNvSpPr/>
            <p:nvPr/>
          </p:nvSpPr>
          <p:spPr>
            <a:xfrm flipH="false" flipV="false" rot="0">
              <a:off x="0" y="0"/>
              <a:ext cx="657264" cy="252966"/>
            </a:xfrm>
            <a:custGeom>
              <a:avLst/>
              <a:gdLst/>
              <a:ahLst/>
              <a:cxnLst/>
              <a:rect r="r" b="b" t="t" l="l"/>
              <a:pathLst>
                <a:path h="252966" w="657264">
                  <a:moveTo>
                    <a:pt x="62046" y="0"/>
                  </a:moveTo>
                  <a:lnTo>
                    <a:pt x="595218" y="0"/>
                  </a:lnTo>
                  <a:cubicBezTo>
                    <a:pt x="611674" y="0"/>
                    <a:pt x="627456" y="6537"/>
                    <a:pt x="639091" y="18173"/>
                  </a:cubicBezTo>
                  <a:cubicBezTo>
                    <a:pt x="650727" y="29809"/>
                    <a:pt x="657264" y="45590"/>
                    <a:pt x="657264" y="62046"/>
                  </a:cubicBezTo>
                  <a:lnTo>
                    <a:pt x="657264" y="190920"/>
                  </a:lnTo>
                  <a:cubicBezTo>
                    <a:pt x="657264" y="207376"/>
                    <a:pt x="650727" y="223158"/>
                    <a:pt x="639091" y="234793"/>
                  </a:cubicBezTo>
                  <a:cubicBezTo>
                    <a:pt x="627456" y="246429"/>
                    <a:pt x="611674" y="252966"/>
                    <a:pt x="595218" y="252966"/>
                  </a:cubicBezTo>
                  <a:lnTo>
                    <a:pt x="62046" y="252966"/>
                  </a:lnTo>
                  <a:cubicBezTo>
                    <a:pt x="45590" y="252966"/>
                    <a:pt x="29809" y="246429"/>
                    <a:pt x="18173" y="234793"/>
                  </a:cubicBezTo>
                  <a:cubicBezTo>
                    <a:pt x="6537" y="223158"/>
                    <a:pt x="0" y="207376"/>
                    <a:pt x="0" y="190920"/>
                  </a:cubicBezTo>
                  <a:lnTo>
                    <a:pt x="0" y="62046"/>
                  </a:lnTo>
                  <a:cubicBezTo>
                    <a:pt x="0" y="45590"/>
                    <a:pt x="6537" y="29809"/>
                    <a:pt x="18173" y="18173"/>
                  </a:cubicBezTo>
                  <a:cubicBezTo>
                    <a:pt x="29809" y="6537"/>
                    <a:pt x="45590" y="0"/>
                    <a:pt x="62046" y="0"/>
                  </a:cubicBezTo>
                  <a:close/>
                </a:path>
              </a:pathLst>
            </a:custGeom>
            <a:solidFill>
              <a:srgbClr val="C0E4F6"/>
            </a:solidFill>
          </p:spPr>
        </p:sp>
        <p:sp>
          <p:nvSpPr>
            <p:cNvPr name="TextBox 20" id="20"/>
            <p:cNvSpPr txBox="true"/>
            <p:nvPr/>
          </p:nvSpPr>
          <p:spPr>
            <a:xfrm>
              <a:off x="0" y="-28575"/>
              <a:ext cx="657264" cy="281541"/>
            </a:xfrm>
            <a:prstGeom prst="rect">
              <a:avLst/>
            </a:prstGeom>
          </p:spPr>
          <p:txBody>
            <a:bodyPr anchor="ctr" rtlCol="false" tIns="254000" lIns="254000" bIns="254000" rIns="254000"/>
            <a:lstStyle/>
            <a:p>
              <a:pPr algn="ctr">
                <a:lnSpc>
                  <a:spcPts val="2100"/>
                </a:lnSpc>
              </a:pPr>
              <a:r>
                <a:rPr lang="en-US" sz="1500">
                  <a:solidFill>
                    <a:srgbClr val="000000"/>
                  </a:solidFill>
                  <a:latin typeface="Open Sans"/>
                  <a:ea typeface="Open Sans"/>
                  <a:cs typeface="Open Sans"/>
                  <a:sym typeface="Open Sans"/>
                </a:rPr>
                <a:t>Thêm một ý tưởng</a:t>
              </a:r>
            </a:p>
            <a:p>
              <a:pPr algn="ctr">
                <a:lnSpc>
                  <a:spcPts val="2100"/>
                </a:lnSpc>
              </a:pPr>
              <a:r>
                <a:rPr lang="en-US" sz="1500">
                  <a:solidFill>
                    <a:srgbClr val="000000"/>
                  </a:solidFill>
                  <a:latin typeface="Open Sans"/>
                  <a:ea typeface="Open Sans"/>
                  <a:cs typeface="Open Sans"/>
                  <a:sym typeface="Open Sans"/>
                </a:rPr>
                <a:t>liên quan</a:t>
              </a:r>
            </a:p>
          </p:txBody>
        </p:sp>
      </p:grpSp>
      <p:grpSp>
        <p:nvGrpSpPr>
          <p:cNvPr name="Group 21" id="21"/>
          <p:cNvGrpSpPr/>
          <p:nvPr/>
        </p:nvGrpSpPr>
        <p:grpSpPr>
          <a:xfrm rot="0">
            <a:off x="11595895" y="2742208"/>
            <a:ext cx="2495550" cy="933450"/>
            <a:chOff x="0" y="0"/>
            <a:chExt cx="657264" cy="245847"/>
          </a:xfrm>
        </p:grpSpPr>
        <p:sp>
          <p:nvSpPr>
            <p:cNvPr name="Freeform 22" id="22"/>
            <p:cNvSpPr/>
            <p:nvPr/>
          </p:nvSpPr>
          <p:spPr>
            <a:xfrm flipH="false" flipV="false" rot="0">
              <a:off x="0" y="0"/>
              <a:ext cx="657264" cy="245847"/>
            </a:xfrm>
            <a:custGeom>
              <a:avLst/>
              <a:gdLst/>
              <a:ahLst/>
              <a:cxnLst/>
              <a:rect r="r" b="b" t="t" l="l"/>
              <a:pathLst>
                <a:path h="245847" w="657264">
                  <a:moveTo>
                    <a:pt x="62046" y="0"/>
                  </a:moveTo>
                  <a:lnTo>
                    <a:pt x="595218" y="0"/>
                  </a:lnTo>
                  <a:cubicBezTo>
                    <a:pt x="611674" y="0"/>
                    <a:pt x="627456" y="6537"/>
                    <a:pt x="639091" y="18173"/>
                  </a:cubicBezTo>
                  <a:cubicBezTo>
                    <a:pt x="650727" y="29809"/>
                    <a:pt x="657264" y="45590"/>
                    <a:pt x="657264" y="62046"/>
                  </a:cubicBezTo>
                  <a:lnTo>
                    <a:pt x="657264" y="183801"/>
                  </a:lnTo>
                  <a:cubicBezTo>
                    <a:pt x="657264" y="200257"/>
                    <a:pt x="650727" y="216038"/>
                    <a:pt x="639091" y="227674"/>
                  </a:cubicBezTo>
                  <a:cubicBezTo>
                    <a:pt x="627456" y="239310"/>
                    <a:pt x="611674" y="245847"/>
                    <a:pt x="595218" y="245847"/>
                  </a:cubicBezTo>
                  <a:lnTo>
                    <a:pt x="62046" y="245847"/>
                  </a:lnTo>
                  <a:cubicBezTo>
                    <a:pt x="45590" y="245847"/>
                    <a:pt x="29809" y="239310"/>
                    <a:pt x="18173" y="227674"/>
                  </a:cubicBezTo>
                  <a:cubicBezTo>
                    <a:pt x="6537" y="216038"/>
                    <a:pt x="0" y="200257"/>
                    <a:pt x="0" y="183801"/>
                  </a:cubicBezTo>
                  <a:lnTo>
                    <a:pt x="0" y="62046"/>
                  </a:lnTo>
                  <a:cubicBezTo>
                    <a:pt x="0" y="45590"/>
                    <a:pt x="6537" y="29809"/>
                    <a:pt x="18173" y="18173"/>
                  </a:cubicBezTo>
                  <a:cubicBezTo>
                    <a:pt x="29809" y="6537"/>
                    <a:pt x="45590" y="0"/>
                    <a:pt x="62046" y="0"/>
                  </a:cubicBezTo>
                  <a:close/>
                </a:path>
              </a:pathLst>
            </a:custGeom>
            <a:solidFill>
              <a:srgbClr val="E1E1E1"/>
            </a:solidFill>
          </p:spPr>
        </p:sp>
        <p:sp>
          <p:nvSpPr>
            <p:cNvPr name="TextBox 23" id="23"/>
            <p:cNvSpPr txBox="true"/>
            <p:nvPr/>
          </p:nvSpPr>
          <p:spPr>
            <a:xfrm>
              <a:off x="0" y="-28575"/>
              <a:ext cx="657264" cy="274422"/>
            </a:xfrm>
            <a:prstGeom prst="rect">
              <a:avLst/>
            </a:prstGeom>
          </p:spPr>
          <p:txBody>
            <a:bodyPr anchor="ctr" rtlCol="false" tIns="254000" lIns="254000" bIns="254000" rIns="254000"/>
            <a:lstStyle/>
            <a:p>
              <a:pPr algn="ctr">
                <a:lnSpc>
                  <a:spcPts val="2100"/>
                </a:lnSpc>
              </a:pPr>
              <a:r>
                <a:rPr lang="en-US" sz="1500">
                  <a:solidFill>
                    <a:srgbClr val="000000"/>
                  </a:solidFill>
                  <a:latin typeface="Open Sans"/>
                  <a:ea typeface="Open Sans"/>
                  <a:cs typeface="Open Sans"/>
                  <a:sym typeface="Open Sans"/>
                </a:rPr>
                <a:t>Thêm các ý phụ khác</a:t>
              </a:r>
            </a:p>
          </p:txBody>
        </p:sp>
      </p:grpSp>
      <p:sp>
        <p:nvSpPr>
          <p:cNvPr name="AutoShape 24" id="24"/>
          <p:cNvSpPr/>
          <p:nvPr/>
        </p:nvSpPr>
        <p:spPr>
          <a:xfrm>
            <a:off x="10414795" y="2599135"/>
            <a:ext cx="1181100" cy="609799"/>
          </a:xfrm>
          <a:prstGeom prst="line">
            <a:avLst/>
          </a:prstGeom>
          <a:ln cap="flat" w="19050">
            <a:solidFill>
              <a:srgbClr val="000000"/>
            </a:solidFill>
            <a:prstDash val="solid"/>
            <a:headEnd type="none" len="sm" w="sm"/>
            <a:tailEnd type="arrow" len="sm" w="med"/>
          </a:ln>
        </p:spPr>
      </p:sp>
      <p:grpSp>
        <p:nvGrpSpPr>
          <p:cNvPr name="Group 25" id="25"/>
          <p:cNvGrpSpPr/>
          <p:nvPr/>
        </p:nvGrpSpPr>
        <p:grpSpPr>
          <a:xfrm rot="0">
            <a:off x="11604072" y="1479235"/>
            <a:ext cx="2495550" cy="933450"/>
            <a:chOff x="0" y="0"/>
            <a:chExt cx="657264" cy="245847"/>
          </a:xfrm>
        </p:grpSpPr>
        <p:sp>
          <p:nvSpPr>
            <p:cNvPr name="Freeform 26" id="26"/>
            <p:cNvSpPr/>
            <p:nvPr/>
          </p:nvSpPr>
          <p:spPr>
            <a:xfrm flipH="false" flipV="false" rot="0">
              <a:off x="0" y="0"/>
              <a:ext cx="657264" cy="245847"/>
            </a:xfrm>
            <a:custGeom>
              <a:avLst/>
              <a:gdLst/>
              <a:ahLst/>
              <a:cxnLst/>
              <a:rect r="r" b="b" t="t" l="l"/>
              <a:pathLst>
                <a:path h="245847" w="657264">
                  <a:moveTo>
                    <a:pt x="62046" y="0"/>
                  </a:moveTo>
                  <a:lnTo>
                    <a:pt x="595218" y="0"/>
                  </a:lnTo>
                  <a:cubicBezTo>
                    <a:pt x="611674" y="0"/>
                    <a:pt x="627456" y="6537"/>
                    <a:pt x="639091" y="18173"/>
                  </a:cubicBezTo>
                  <a:cubicBezTo>
                    <a:pt x="650727" y="29809"/>
                    <a:pt x="657264" y="45590"/>
                    <a:pt x="657264" y="62046"/>
                  </a:cubicBezTo>
                  <a:lnTo>
                    <a:pt x="657264" y="183801"/>
                  </a:lnTo>
                  <a:cubicBezTo>
                    <a:pt x="657264" y="200257"/>
                    <a:pt x="650727" y="216038"/>
                    <a:pt x="639091" y="227674"/>
                  </a:cubicBezTo>
                  <a:cubicBezTo>
                    <a:pt x="627456" y="239310"/>
                    <a:pt x="611674" y="245847"/>
                    <a:pt x="595218" y="245847"/>
                  </a:cubicBezTo>
                  <a:lnTo>
                    <a:pt x="62046" y="245847"/>
                  </a:lnTo>
                  <a:cubicBezTo>
                    <a:pt x="45590" y="245847"/>
                    <a:pt x="29809" y="239310"/>
                    <a:pt x="18173" y="227674"/>
                  </a:cubicBezTo>
                  <a:cubicBezTo>
                    <a:pt x="6537" y="216038"/>
                    <a:pt x="0" y="200257"/>
                    <a:pt x="0" y="183801"/>
                  </a:cubicBezTo>
                  <a:lnTo>
                    <a:pt x="0" y="62046"/>
                  </a:lnTo>
                  <a:cubicBezTo>
                    <a:pt x="0" y="45590"/>
                    <a:pt x="6537" y="29809"/>
                    <a:pt x="18173" y="18173"/>
                  </a:cubicBezTo>
                  <a:cubicBezTo>
                    <a:pt x="29809" y="6537"/>
                    <a:pt x="45590" y="0"/>
                    <a:pt x="62046" y="0"/>
                  </a:cubicBezTo>
                  <a:close/>
                </a:path>
              </a:pathLst>
            </a:custGeom>
            <a:solidFill>
              <a:srgbClr val="E1E1E1"/>
            </a:solidFill>
          </p:spPr>
        </p:sp>
        <p:sp>
          <p:nvSpPr>
            <p:cNvPr name="TextBox 27" id="27"/>
            <p:cNvSpPr txBox="true"/>
            <p:nvPr/>
          </p:nvSpPr>
          <p:spPr>
            <a:xfrm>
              <a:off x="0" y="-28575"/>
              <a:ext cx="657264" cy="274422"/>
            </a:xfrm>
            <a:prstGeom prst="rect">
              <a:avLst/>
            </a:prstGeom>
          </p:spPr>
          <p:txBody>
            <a:bodyPr anchor="ctr" rtlCol="false" tIns="254000" lIns="254000" bIns="254000" rIns="254000"/>
            <a:lstStyle/>
            <a:p>
              <a:pPr algn="ctr">
                <a:lnSpc>
                  <a:spcPts val="2100"/>
                </a:lnSpc>
              </a:pPr>
              <a:r>
                <a:rPr lang="en-US" sz="1500">
                  <a:solidFill>
                    <a:srgbClr val="000000"/>
                  </a:solidFill>
                  <a:latin typeface="Open Sans"/>
                  <a:ea typeface="Open Sans"/>
                  <a:cs typeface="Open Sans"/>
                  <a:sym typeface="Open Sans"/>
                </a:rPr>
                <a:t>Thêm các ý phụ khác</a:t>
              </a:r>
            </a:p>
          </p:txBody>
        </p:sp>
      </p:grpSp>
      <p:sp>
        <p:nvSpPr>
          <p:cNvPr name="AutoShape 28" id="28"/>
          <p:cNvSpPr/>
          <p:nvPr/>
        </p:nvSpPr>
        <p:spPr>
          <a:xfrm flipV="true">
            <a:off x="10414795" y="1945960"/>
            <a:ext cx="1189277" cy="653174"/>
          </a:xfrm>
          <a:prstGeom prst="line">
            <a:avLst/>
          </a:prstGeom>
          <a:ln cap="flat" w="19050">
            <a:solidFill>
              <a:srgbClr val="000000"/>
            </a:solidFill>
            <a:prstDash val="solid"/>
            <a:headEnd type="none" len="sm" w="sm"/>
            <a:tailEnd type="arrow" len="sm" w="med"/>
          </a:ln>
        </p:spPr>
      </p:sp>
      <p:sp>
        <p:nvSpPr>
          <p:cNvPr name="AutoShape 29" id="29"/>
          <p:cNvSpPr/>
          <p:nvPr/>
        </p:nvSpPr>
        <p:spPr>
          <a:xfrm rot="26100">
            <a:off x="14091430" y="3203269"/>
            <a:ext cx="1016862" cy="19050"/>
          </a:xfrm>
          <a:prstGeom prst="line">
            <a:avLst/>
          </a:prstGeom>
          <a:ln cap="flat" w="19050">
            <a:solidFill>
              <a:srgbClr val="000000"/>
            </a:solidFill>
            <a:prstDash val="solid"/>
            <a:headEnd type="none" len="sm" w="sm"/>
            <a:tailEnd type="arrow" len="sm" w="med"/>
          </a:ln>
        </p:spPr>
      </p:sp>
      <p:sp>
        <p:nvSpPr>
          <p:cNvPr name="AutoShape 30" id="30"/>
          <p:cNvSpPr/>
          <p:nvPr/>
        </p:nvSpPr>
        <p:spPr>
          <a:xfrm rot="-3048541">
            <a:off x="13795287" y="2575828"/>
            <a:ext cx="1609149" cy="19050"/>
          </a:xfrm>
          <a:prstGeom prst="line">
            <a:avLst/>
          </a:prstGeom>
          <a:ln cap="flat" w="19050">
            <a:solidFill>
              <a:srgbClr val="000000"/>
            </a:solidFill>
            <a:prstDash val="solid"/>
            <a:headEnd type="none" len="sm" w="sm"/>
            <a:tailEnd type="arrow" len="sm" w="med"/>
          </a:ln>
        </p:spPr>
      </p:sp>
      <p:grpSp>
        <p:nvGrpSpPr>
          <p:cNvPr name="Group 31" id="31"/>
          <p:cNvGrpSpPr/>
          <p:nvPr/>
        </p:nvGrpSpPr>
        <p:grpSpPr>
          <a:xfrm rot="0">
            <a:off x="15108278" y="2734117"/>
            <a:ext cx="1866900" cy="998581"/>
            <a:chOff x="0" y="0"/>
            <a:chExt cx="491694" cy="263001"/>
          </a:xfrm>
        </p:grpSpPr>
        <p:sp>
          <p:nvSpPr>
            <p:cNvPr name="Freeform 32" id="32"/>
            <p:cNvSpPr/>
            <p:nvPr/>
          </p:nvSpPr>
          <p:spPr>
            <a:xfrm flipH="false" flipV="false" rot="0">
              <a:off x="0" y="0"/>
              <a:ext cx="491694" cy="263001"/>
            </a:xfrm>
            <a:custGeom>
              <a:avLst/>
              <a:gdLst/>
              <a:ahLst/>
              <a:cxnLst/>
              <a:rect r="r" b="b" t="t" l="l"/>
              <a:pathLst>
                <a:path h="263001" w="491694">
                  <a:moveTo>
                    <a:pt x="82939" y="0"/>
                  </a:moveTo>
                  <a:lnTo>
                    <a:pt x="408755" y="0"/>
                  </a:lnTo>
                  <a:cubicBezTo>
                    <a:pt x="430752" y="0"/>
                    <a:pt x="451848" y="8738"/>
                    <a:pt x="467402" y="24292"/>
                  </a:cubicBezTo>
                  <a:cubicBezTo>
                    <a:pt x="482956" y="39846"/>
                    <a:pt x="491694" y="60942"/>
                    <a:pt x="491694" y="82939"/>
                  </a:cubicBezTo>
                  <a:lnTo>
                    <a:pt x="491694" y="180062"/>
                  </a:lnTo>
                  <a:cubicBezTo>
                    <a:pt x="491694" y="202059"/>
                    <a:pt x="482956" y="223154"/>
                    <a:pt x="467402" y="238709"/>
                  </a:cubicBezTo>
                  <a:cubicBezTo>
                    <a:pt x="451848" y="254263"/>
                    <a:pt x="430752" y="263001"/>
                    <a:pt x="408755" y="263001"/>
                  </a:cubicBezTo>
                  <a:lnTo>
                    <a:pt x="82939" y="263001"/>
                  </a:lnTo>
                  <a:cubicBezTo>
                    <a:pt x="60942" y="263001"/>
                    <a:pt x="39846" y="254263"/>
                    <a:pt x="24292" y="238709"/>
                  </a:cubicBezTo>
                  <a:cubicBezTo>
                    <a:pt x="8738" y="223154"/>
                    <a:pt x="0" y="202059"/>
                    <a:pt x="0" y="180062"/>
                  </a:cubicBezTo>
                  <a:lnTo>
                    <a:pt x="0" y="82939"/>
                  </a:lnTo>
                  <a:cubicBezTo>
                    <a:pt x="0" y="60942"/>
                    <a:pt x="8738" y="39846"/>
                    <a:pt x="24292" y="24292"/>
                  </a:cubicBezTo>
                  <a:cubicBezTo>
                    <a:pt x="39846" y="8738"/>
                    <a:pt x="60942" y="0"/>
                    <a:pt x="82939" y="0"/>
                  </a:cubicBezTo>
                  <a:close/>
                </a:path>
              </a:pathLst>
            </a:custGeom>
            <a:ln w="19050" cap="sq">
              <a:solidFill>
                <a:srgbClr val="000000"/>
              </a:solidFill>
              <a:prstDash val="solid"/>
              <a:miter/>
            </a:ln>
          </p:spPr>
        </p:sp>
        <p:sp>
          <p:nvSpPr>
            <p:cNvPr name="TextBox 33" id="33"/>
            <p:cNvSpPr txBox="true"/>
            <p:nvPr/>
          </p:nvSpPr>
          <p:spPr>
            <a:xfrm>
              <a:off x="0" y="-28575"/>
              <a:ext cx="491694" cy="291576"/>
            </a:xfrm>
            <a:prstGeom prst="rect">
              <a:avLst/>
            </a:prstGeom>
          </p:spPr>
          <p:txBody>
            <a:bodyPr anchor="ctr" rtlCol="false" tIns="254000" lIns="254000" bIns="254000" rIns="254000"/>
            <a:lstStyle/>
            <a:p>
              <a:pPr algn="ctr">
                <a:lnSpc>
                  <a:spcPts val="2100"/>
                </a:lnSpc>
              </a:pPr>
              <a:r>
                <a:rPr lang="en-US" sz="1500">
                  <a:solidFill>
                    <a:srgbClr val="000000"/>
                  </a:solidFill>
                  <a:latin typeface="Open Sans"/>
                  <a:ea typeface="Open Sans"/>
                  <a:cs typeface="Open Sans"/>
                  <a:sym typeface="Open Sans"/>
                </a:rPr>
                <a:t>Thêm nhiều ý phụ hơn nữa</a:t>
              </a:r>
            </a:p>
          </p:txBody>
        </p:sp>
      </p:grpSp>
      <p:grpSp>
        <p:nvGrpSpPr>
          <p:cNvPr name="Group 34" id="34"/>
          <p:cNvGrpSpPr/>
          <p:nvPr/>
        </p:nvGrpSpPr>
        <p:grpSpPr>
          <a:xfrm rot="0">
            <a:off x="15108278" y="1479235"/>
            <a:ext cx="1866900" cy="998581"/>
            <a:chOff x="0" y="0"/>
            <a:chExt cx="491694" cy="263001"/>
          </a:xfrm>
        </p:grpSpPr>
        <p:sp>
          <p:nvSpPr>
            <p:cNvPr name="Freeform 35" id="35"/>
            <p:cNvSpPr/>
            <p:nvPr/>
          </p:nvSpPr>
          <p:spPr>
            <a:xfrm flipH="false" flipV="false" rot="0">
              <a:off x="0" y="0"/>
              <a:ext cx="491694" cy="263001"/>
            </a:xfrm>
            <a:custGeom>
              <a:avLst/>
              <a:gdLst/>
              <a:ahLst/>
              <a:cxnLst/>
              <a:rect r="r" b="b" t="t" l="l"/>
              <a:pathLst>
                <a:path h="263001" w="491694">
                  <a:moveTo>
                    <a:pt x="82939" y="0"/>
                  </a:moveTo>
                  <a:lnTo>
                    <a:pt x="408755" y="0"/>
                  </a:lnTo>
                  <a:cubicBezTo>
                    <a:pt x="430752" y="0"/>
                    <a:pt x="451848" y="8738"/>
                    <a:pt x="467402" y="24292"/>
                  </a:cubicBezTo>
                  <a:cubicBezTo>
                    <a:pt x="482956" y="39846"/>
                    <a:pt x="491694" y="60942"/>
                    <a:pt x="491694" y="82939"/>
                  </a:cubicBezTo>
                  <a:lnTo>
                    <a:pt x="491694" y="180062"/>
                  </a:lnTo>
                  <a:cubicBezTo>
                    <a:pt x="491694" y="202059"/>
                    <a:pt x="482956" y="223154"/>
                    <a:pt x="467402" y="238709"/>
                  </a:cubicBezTo>
                  <a:cubicBezTo>
                    <a:pt x="451848" y="254263"/>
                    <a:pt x="430752" y="263001"/>
                    <a:pt x="408755" y="263001"/>
                  </a:cubicBezTo>
                  <a:lnTo>
                    <a:pt x="82939" y="263001"/>
                  </a:lnTo>
                  <a:cubicBezTo>
                    <a:pt x="60942" y="263001"/>
                    <a:pt x="39846" y="254263"/>
                    <a:pt x="24292" y="238709"/>
                  </a:cubicBezTo>
                  <a:cubicBezTo>
                    <a:pt x="8738" y="223154"/>
                    <a:pt x="0" y="202059"/>
                    <a:pt x="0" y="180062"/>
                  </a:cubicBezTo>
                  <a:lnTo>
                    <a:pt x="0" y="82939"/>
                  </a:lnTo>
                  <a:cubicBezTo>
                    <a:pt x="0" y="60942"/>
                    <a:pt x="8738" y="39846"/>
                    <a:pt x="24292" y="24292"/>
                  </a:cubicBezTo>
                  <a:cubicBezTo>
                    <a:pt x="39846" y="8738"/>
                    <a:pt x="60942" y="0"/>
                    <a:pt x="82939" y="0"/>
                  </a:cubicBezTo>
                  <a:close/>
                </a:path>
              </a:pathLst>
            </a:custGeom>
            <a:ln w="19050" cap="sq">
              <a:solidFill>
                <a:srgbClr val="000000"/>
              </a:solidFill>
              <a:prstDash val="solid"/>
              <a:miter/>
            </a:ln>
          </p:spPr>
        </p:sp>
        <p:sp>
          <p:nvSpPr>
            <p:cNvPr name="TextBox 36" id="36"/>
            <p:cNvSpPr txBox="true"/>
            <p:nvPr/>
          </p:nvSpPr>
          <p:spPr>
            <a:xfrm>
              <a:off x="0" y="-28575"/>
              <a:ext cx="491694" cy="291576"/>
            </a:xfrm>
            <a:prstGeom prst="rect">
              <a:avLst/>
            </a:prstGeom>
          </p:spPr>
          <p:txBody>
            <a:bodyPr anchor="ctr" rtlCol="false" tIns="254000" lIns="254000" bIns="254000" rIns="254000"/>
            <a:lstStyle/>
            <a:p>
              <a:pPr algn="ctr">
                <a:lnSpc>
                  <a:spcPts val="2100"/>
                </a:lnSpc>
              </a:pPr>
              <a:r>
                <a:rPr lang="en-US" sz="1500">
                  <a:solidFill>
                    <a:srgbClr val="000000"/>
                  </a:solidFill>
                  <a:latin typeface="Open Sans"/>
                  <a:ea typeface="Open Sans"/>
                  <a:cs typeface="Open Sans"/>
                  <a:sym typeface="Open Sans"/>
                </a:rPr>
                <a:t>Thêm nhiều ý phụ hơn nữa</a:t>
              </a:r>
            </a:p>
          </p:txBody>
        </p:sp>
      </p:grpSp>
      <p:grpSp>
        <p:nvGrpSpPr>
          <p:cNvPr name="Group 37" id="37"/>
          <p:cNvGrpSpPr/>
          <p:nvPr/>
        </p:nvGrpSpPr>
        <p:grpSpPr>
          <a:xfrm rot="0">
            <a:off x="4142665" y="7959048"/>
            <a:ext cx="2495550" cy="933450"/>
            <a:chOff x="0" y="0"/>
            <a:chExt cx="657264" cy="245847"/>
          </a:xfrm>
        </p:grpSpPr>
        <p:sp>
          <p:nvSpPr>
            <p:cNvPr name="Freeform 38" id="38"/>
            <p:cNvSpPr/>
            <p:nvPr/>
          </p:nvSpPr>
          <p:spPr>
            <a:xfrm flipH="false" flipV="false" rot="0">
              <a:off x="0" y="0"/>
              <a:ext cx="657264" cy="245847"/>
            </a:xfrm>
            <a:custGeom>
              <a:avLst/>
              <a:gdLst/>
              <a:ahLst/>
              <a:cxnLst/>
              <a:rect r="r" b="b" t="t" l="l"/>
              <a:pathLst>
                <a:path h="245847" w="657264">
                  <a:moveTo>
                    <a:pt x="62046" y="0"/>
                  </a:moveTo>
                  <a:lnTo>
                    <a:pt x="595218" y="0"/>
                  </a:lnTo>
                  <a:cubicBezTo>
                    <a:pt x="611674" y="0"/>
                    <a:pt x="627456" y="6537"/>
                    <a:pt x="639091" y="18173"/>
                  </a:cubicBezTo>
                  <a:cubicBezTo>
                    <a:pt x="650727" y="29809"/>
                    <a:pt x="657264" y="45590"/>
                    <a:pt x="657264" y="62046"/>
                  </a:cubicBezTo>
                  <a:lnTo>
                    <a:pt x="657264" y="183801"/>
                  </a:lnTo>
                  <a:cubicBezTo>
                    <a:pt x="657264" y="200257"/>
                    <a:pt x="650727" y="216038"/>
                    <a:pt x="639091" y="227674"/>
                  </a:cubicBezTo>
                  <a:cubicBezTo>
                    <a:pt x="627456" y="239310"/>
                    <a:pt x="611674" y="245847"/>
                    <a:pt x="595218" y="245847"/>
                  </a:cubicBezTo>
                  <a:lnTo>
                    <a:pt x="62046" y="245847"/>
                  </a:lnTo>
                  <a:cubicBezTo>
                    <a:pt x="45590" y="245847"/>
                    <a:pt x="29809" y="239310"/>
                    <a:pt x="18173" y="227674"/>
                  </a:cubicBezTo>
                  <a:cubicBezTo>
                    <a:pt x="6537" y="216038"/>
                    <a:pt x="0" y="200257"/>
                    <a:pt x="0" y="183801"/>
                  </a:cubicBezTo>
                  <a:lnTo>
                    <a:pt x="0" y="62046"/>
                  </a:lnTo>
                  <a:cubicBezTo>
                    <a:pt x="0" y="45590"/>
                    <a:pt x="6537" y="29809"/>
                    <a:pt x="18173" y="18173"/>
                  </a:cubicBezTo>
                  <a:cubicBezTo>
                    <a:pt x="29809" y="6537"/>
                    <a:pt x="45590" y="0"/>
                    <a:pt x="62046" y="0"/>
                  </a:cubicBezTo>
                  <a:close/>
                </a:path>
              </a:pathLst>
            </a:custGeom>
            <a:solidFill>
              <a:srgbClr val="E1E1E1"/>
            </a:solidFill>
          </p:spPr>
        </p:sp>
        <p:sp>
          <p:nvSpPr>
            <p:cNvPr name="TextBox 39" id="39"/>
            <p:cNvSpPr txBox="true"/>
            <p:nvPr/>
          </p:nvSpPr>
          <p:spPr>
            <a:xfrm>
              <a:off x="0" y="-28575"/>
              <a:ext cx="657264" cy="274422"/>
            </a:xfrm>
            <a:prstGeom prst="rect">
              <a:avLst/>
            </a:prstGeom>
          </p:spPr>
          <p:txBody>
            <a:bodyPr anchor="ctr" rtlCol="false" tIns="254000" lIns="254000" bIns="254000" rIns="254000"/>
            <a:lstStyle/>
            <a:p>
              <a:pPr algn="ctr">
                <a:lnSpc>
                  <a:spcPts val="2100"/>
                </a:lnSpc>
              </a:pPr>
              <a:r>
                <a:rPr lang="en-US" sz="1500">
                  <a:solidFill>
                    <a:srgbClr val="000000"/>
                  </a:solidFill>
                  <a:latin typeface="Open Sans"/>
                  <a:ea typeface="Open Sans"/>
                  <a:cs typeface="Open Sans"/>
                  <a:sym typeface="Open Sans"/>
                </a:rPr>
                <a:t>Thêm các ý phụ khác</a:t>
              </a:r>
            </a:p>
          </p:txBody>
        </p:sp>
      </p:grpSp>
      <p:sp>
        <p:nvSpPr>
          <p:cNvPr name="AutoShape 40" id="40"/>
          <p:cNvSpPr/>
          <p:nvPr/>
        </p:nvSpPr>
        <p:spPr>
          <a:xfrm flipH="true">
            <a:off x="6638215" y="7633515"/>
            <a:ext cx="1281030" cy="792258"/>
          </a:xfrm>
          <a:prstGeom prst="line">
            <a:avLst/>
          </a:prstGeom>
          <a:ln cap="flat" w="19050">
            <a:solidFill>
              <a:srgbClr val="000000"/>
            </a:solidFill>
            <a:prstDash val="solid"/>
            <a:headEnd type="none" len="sm" w="sm"/>
            <a:tailEnd type="arrow" len="sm" w="med"/>
          </a:ln>
        </p:spPr>
      </p:sp>
      <p:grpSp>
        <p:nvGrpSpPr>
          <p:cNvPr name="Group 41" id="41"/>
          <p:cNvGrpSpPr/>
          <p:nvPr/>
        </p:nvGrpSpPr>
        <p:grpSpPr>
          <a:xfrm rot="0">
            <a:off x="4150841" y="6696075"/>
            <a:ext cx="2495550" cy="933450"/>
            <a:chOff x="0" y="0"/>
            <a:chExt cx="657264" cy="245847"/>
          </a:xfrm>
        </p:grpSpPr>
        <p:sp>
          <p:nvSpPr>
            <p:cNvPr name="Freeform 42" id="42"/>
            <p:cNvSpPr/>
            <p:nvPr/>
          </p:nvSpPr>
          <p:spPr>
            <a:xfrm flipH="false" flipV="false" rot="0">
              <a:off x="0" y="0"/>
              <a:ext cx="657264" cy="245847"/>
            </a:xfrm>
            <a:custGeom>
              <a:avLst/>
              <a:gdLst/>
              <a:ahLst/>
              <a:cxnLst/>
              <a:rect r="r" b="b" t="t" l="l"/>
              <a:pathLst>
                <a:path h="245847" w="657264">
                  <a:moveTo>
                    <a:pt x="62046" y="0"/>
                  </a:moveTo>
                  <a:lnTo>
                    <a:pt x="595218" y="0"/>
                  </a:lnTo>
                  <a:cubicBezTo>
                    <a:pt x="611674" y="0"/>
                    <a:pt x="627456" y="6537"/>
                    <a:pt x="639091" y="18173"/>
                  </a:cubicBezTo>
                  <a:cubicBezTo>
                    <a:pt x="650727" y="29809"/>
                    <a:pt x="657264" y="45590"/>
                    <a:pt x="657264" y="62046"/>
                  </a:cubicBezTo>
                  <a:lnTo>
                    <a:pt x="657264" y="183801"/>
                  </a:lnTo>
                  <a:cubicBezTo>
                    <a:pt x="657264" y="200257"/>
                    <a:pt x="650727" y="216038"/>
                    <a:pt x="639091" y="227674"/>
                  </a:cubicBezTo>
                  <a:cubicBezTo>
                    <a:pt x="627456" y="239310"/>
                    <a:pt x="611674" y="245847"/>
                    <a:pt x="595218" y="245847"/>
                  </a:cubicBezTo>
                  <a:lnTo>
                    <a:pt x="62046" y="245847"/>
                  </a:lnTo>
                  <a:cubicBezTo>
                    <a:pt x="45590" y="245847"/>
                    <a:pt x="29809" y="239310"/>
                    <a:pt x="18173" y="227674"/>
                  </a:cubicBezTo>
                  <a:cubicBezTo>
                    <a:pt x="6537" y="216038"/>
                    <a:pt x="0" y="200257"/>
                    <a:pt x="0" y="183801"/>
                  </a:cubicBezTo>
                  <a:lnTo>
                    <a:pt x="0" y="62046"/>
                  </a:lnTo>
                  <a:cubicBezTo>
                    <a:pt x="0" y="45590"/>
                    <a:pt x="6537" y="29809"/>
                    <a:pt x="18173" y="18173"/>
                  </a:cubicBezTo>
                  <a:cubicBezTo>
                    <a:pt x="29809" y="6537"/>
                    <a:pt x="45590" y="0"/>
                    <a:pt x="62046" y="0"/>
                  </a:cubicBezTo>
                  <a:close/>
                </a:path>
              </a:pathLst>
            </a:custGeom>
            <a:solidFill>
              <a:srgbClr val="E1E1E1"/>
            </a:solidFill>
          </p:spPr>
        </p:sp>
        <p:sp>
          <p:nvSpPr>
            <p:cNvPr name="TextBox 43" id="43"/>
            <p:cNvSpPr txBox="true"/>
            <p:nvPr/>
          </p:nvSpPr>
          <p:spPr>
            <a:xfrm>
              <a:off x="0" y="-28575"/>
              <a:ext cx="657264" cy="274422"/>
            </a:xfrm>
            <a:prstGeom prst="rect">
              <a:avLst/>
            </a:prstGeom>
          </p:spPr>
          <p:txBody>
            <a:bodyPr anchor="ctr" rtlCol="false" tIns="254000" lIns="254000" bIns="254000" rIns="254000"/>
            <a:lstStyle/>
            <a:p>
              <a:pPr algn="ctr">
                <a:lnSpc>
                  <a:spcPts val="2100"/>
                </a:lnSpc>
              </a:pPr>
              <a:r>
                <a:rPr lang="en-US" sz="1500">
                  <a:solidFill>
                    <a:srgbClr val="000000"/>
                  </a:solidFill>
                  <a:latin typeface="Open Sans"/>
                  <a:ea typeface="Open Sans"/>
                  <a:cs typeface="Open Sans"/>
                  <a:sym typeface="Open Sans"/>
                </a:rPr>
                <a:t>Thêm các ý phụ khác</a:t>
              </a:r>
            </a:p>
          </p:txBody>
        </p:sp>
      </p:grpSp>
      <p:sp>
        <p:nvSpPr>
          <p:cNvPr name="AutoShape 44" id="44"/>
          <p:cNvSpPr/>
          <p:nvPr/>
        </p:nvSpPr>
        <p:spPr>
          <a:xfrm flipH="true" flipV="true">
            <a:off x="6646391" y="7162800"/>
            <a:ext cx="1272854" cy="470715"/>
          </a:xfrm>
          <a:prstGeom prst="line">
            <a:avLst/>
          </a:prstGeom>
          <a:ln cap="flat" w="19050">
            <a:solidFill>
              <a:srgbClr val="000000"/>
            </a:solidFill>
            <a:prstDash val="solid"/>
            <a:headEnd type="none" len="sm" w="sm"/>
            <a:tailEnd type="arrow" len="sm" w="med"/>
          </a:ln>
        </p:spPr>
      </p:sp>
      <p:sp>
        <p:nvSpPr>
          <p:cNvPr name="AutoShape 45" id="45"/>
          <p:cNvSpPr/>
          <p:nvPr/>
        </p:nvSpPr>
        <p:spPr>
          <a:xfrm rot="10755985">
            <a:off x="2907739" y="8424154"/>
            <a:ext cx="1234977" cy="19050"/>
          </a:xfrm>
          <a:prstGeom prst="line">
            <a:avLst/>
          </a:prstGeom>
          <a:ln cap="flat" w="19050">
            <a:solidFill>
              <a:srgbClr val="000000"/>
            </a:solidFill>
            <a:prstDash val="solid"/>
            <a:headEnd type="none" len="sm" w="sm"/>
            <a:tailEnd type="arrow" len="sm" w="med"/>
          </a:ln>
        </p:spPr>
      </p:sp>
      <p:sp>
        <p:nvSpPr>
          <p:cNvPr name="AutoShape 46" id="46"/>
          <p:cNvSpPr/>
          <p:nvPr/>
        </p:nvSpPr>
        <p:spPr>
          <a:xfrm rot="-8059011">
            <a:off x="2641438" y="7783909"/>
            <a:ext cx="1767577" cy="19050"/>
          </a:xfrm>
          <a:prstGeom prst="line">
            <a:avLst/>
          </a:prstGeom>
          <a:ln cap="flat" w="19050">
            <a:solidFill>
              <a:srgbClr val="000000"/>
            </a:solidFill>
            <a:prstDash val="solid"/>
            <a:headEnd type="none" len="sm" w="sm"/>
            <a:tailEnd type="arrow" len="sm" w="med"/>
          </a:ln>
        </p:spPr>
      </p:sp>
      <p:grpSp>
        <p:nvGrpSpPr>
          <p:cNvPr name="Group 47" id="47"/>
          <p:cNvGrpSpPr/>
          <p:nvPr/>
        </p:nvGrpSpPr>
        <p:grpSpPr>
          <a:xfrm rot="0">
            <a:off x="1040889" y="7959048"/>
            <a:ext cx="1866900" cy="998581"/>
            <a:chOff x="0" y="0"/>
            <a:chExt cx="491694" cy="263001"/>
          </a:xfrm>
        </p:grpSpPr>
        <p:sp>
          <p:nvSpPr>
            <p:cNvPr name="Freeform 48" id="48"/>
            <p:cNvSpPr/>
            <p:nvPr/>
          </p:nvSpPr>
          <p:spPr>
            <a:xfrm flipH="false" flipV="false" rot="0">
              <a:off x="0" y="0"/>
              <a:ext cx="491694" cy="263001"/>
            </a:xfrm>
            <a:custGeom>
              <a:avLst/>
              <a:gdLst/>
              <a:ahLst/>
              <a:cxnLst/>
              <a:rect r="r" b="b" t="t" l="l"/>
              <a:pathLst>
                <a:path h="263001" w="491694">
                  <a:moveTo>
                    <a:pt x="82939" y="0"/>
                  </a:moveTo>
                  <a:lnTo>
                    <a:pt x="408755" y="0"/>
                  </a:lnTo>
                  <a:cubicBezTo>
                    <a:pt x="430752" y="0"/>
                    <a:pt x="451848" y="8738"/>
                    <a:pt x="467402" y="24292"/>
                  </a:cubicBezTo>
                  <a:cubicBezTo>
                    <a:pt x="482956" y="39846"/>
                    <a:pt x="491694" y="60942"/>
                    <a:pt x="491694" y="82939"/>
                  </a:cubicBezTo>
                  <a:lnTo>
                    <a:pt x="491694" y="180062"/>
                  </a:lnTo>
                  <a:cubicBezTo>
                    <a:pt x="491694" y="202059"/>
                    <a:pt x="482956" y="223154"/>
                    <a:pt x="467402" y="238709"/>
                  </a:cubicBezTo>
                  <a:cubicBezTo>
                    <a:pt x="451848" y="254263"/>
                    <a:pt x="430752" y="263001"/>
                    <a:pt x="408755" y="263001"/>
                  </a:cubicBezTo>
                  <a:lnTo>
                    <a:pt x="82939" y="263001"/>
                  </a:lnTo>
                  <a:cubicBezTo>
                    <a:pt x="60942" y="263001"/>
                    <a:pt x="39846" y="254263"/>
                    <a:pt x="24292" y="238709"/>
                  </a:cubicBezTo>
                  <a:cubicBezTo>
                    <a:pt x="8738" y="223154"/>
                    <a:pt x="0" y="202059"/>
                    <a:pt x="0" y="180062"/>
                  </a:cubicBezTo>
                  <a:lnTo>
                    <a:pt x="0" y="82939"/>
                  </a:lnTo>
                  <a:cubicBezTo>
                    <a:pt x="0" y="60942"/>
                    <a:pt x="8738" y="39846"/>
                    <a:pt x="24292" y="24292"/>
                  </a:cubicBezTo>
                  <a:cubicBezTo>
                    <a:pt x="39846" y="8738"/>
                    <a:pt x="60942" y="0"/>
                    <a:pt x="82939" y="0"/>
                  </a:cubicBezTo>
                  <a:close/>
                </a:path>
              </a:pathLst>
            </a:custGeom>
            <a:ln w="19050" cap="sq">
              <a:solidFill>
                <a:srgbClr val="000000"/>
              </a:solidFill>
              <a:prstDash val="solid"/>
              <a:miter/>
            </a:ln>
          </p:spPr>
        </p:sp>
        <p:sp>
          <p:nvSpPr>
            <p:cNvPr name="TextBox 49" id="49"/>
            <p:cNvSpPr txBox="true"/>
            <p:nvPr/>
          </p:nvSpPr>
          <p:spPr>
            <a:xfrm>
              <a:off x="0" y="-28575"/>
              <a:ext cx="491694" cy="291576"/>
            </a:xfrm>
            <a:prstGeom prst="rect">
              <a:avLst/>
            </a:prstGeom>
          </p:spPr>
          <p:txBody>
            <a:bodyPr anchor="ctr" rtlCol="false" tIns="254000" lIns="254000" bIns="254000" rIns="254000"/>
            <a:lstStyle/>
            <a:p>
              <a:pPr algn="ctr">
                <a:lnSpc>
                  <a:spcPts val="2100"/>
                </a:lnSpc>
              </a:pPr>
              <a:r>
                <a:rPr lang="en-US" sz="1500">
                  <a:solidFill>
                    <a:srgbClr val="000000"/>
                  </a:solidFill>
                  <a:latin typeface="Open Sans"/>
                  <a:ea typeface="Open Sans"/>
                  <a:cs typeface="Open Sans"/>
                  <a:sym typeface="Open Sans"/>
                </a:rPr>
                <a:t>Thêm nhiều ý phụ hơn nữa</a:t>
              </a:r>
            </a:p>
          </p:txBody>
        </p:sp>
      </p:grpSp>
      <p:grpSp>
        <p:nvGrpSpPr>
          <p:cNvPr name="Group 50" id="50"/>
          <p:cNvGrpSpPr/>
          <p:nvPr/>
        </p:nvGrpSpPr>
        <p:grpSpPr>
          <a:xfrm rot="0">
            <a:off x="1040889" y="6678558"/>
            <a:ext cx="1866900" cy="998581"/>
            <a:chOff x="0" y="0"/>
            <a:chExt cx="491694" cy="263001"/>
          </a:xfrm>
        </p:grpSpPr>
        <p:sp>
          <p:nvSpPr>
            <p:cNvPr name="Freeform 51" id="51"/>
            <p:cNvSpPr/>
            <p:nvPr/>
          </p:nvSpPr>
          <p:spPr>
            <a:xfrm flipH="false" flipV="false" rot="0">
              <a:off x="0" y="0"/>
              <a:ext cx="491694" cy="263001"/>
            </a:xfrm>
            <a:custGeom>
              <a:avLst/>
              <a:gdLst/>
              <a:ahLst/>
              <a:cxnLst/>
              <a:rect r="r" b="b" t="t" l="l"/>
              <a:pathLst>
                <a:path h="263001" w="491694">
                  <a:moveTo>
                    <a:pt x="82939" y="0"/>
                  </a:moveTo>
                  <a:lnTo>
                    <a:pt x="408755" y="0"/>
                  </a:lnTo>
                  <a:cubicBezTo>
                    <a:pt x="430752" y="0"/>
                    <a:pt x="451848" y="8738"/>
                    <a:pt x="467402" y="24292"/>
                  </a:cubicBezTo>
                  <a:cubicBezTo>
                    <a:pt x="482956" y="39846"/>
                    <a:pt x="491694" y="60942"/>
                    <a:pt x="491694" y="82939"/>
                  </a:cubicBezTo>
                  <a:lnTo>
                    <a:pt x="491694" y="180062"/>
                  </a:lnTo>
                  <a:cubicBezTo>
                    <a:pt x="491694" y="202059"/>
                    <a:pt x="482956" y="223154"/>
                    <a:pt x="467402" y="238709"/>
                  </a:cubicBezTo>
                  <a:cubicBezTo>
                    <a:pt x="451848" y="254263"/>
                    <a:pt x="430752" y="263001"/>
                    <a:pt x="408755" y="263001"/>
                  </a:cubicBezTo>
                  <a:lnTo>
                    <a:pt x="82939" y="263001"/>
                  </a:lnTo>
                  <a:cubicBezTo>
                    <a:pt x="60942" y="263001"/>
                    <a:pt x="39846" y="254263"/>
                    <a:pt x="24292" y="238709"/>
                  </a:cubicBezTo>
                  <a:cubicBezTo>
                    <a:pt x="8738" y="223154"/>
                    <a:pt x="0" y="202059"/>
                    <a:pt x="0" y="180062"/>
                  </a:cubicBezTo>
                  <a:lnTo>
                    <a:pt x="0" y="82939"/>
                  </a:lnTo>
                  <a:cubicBezTo>
                    <a:pt x="0" y="60942"/>
                    <a:pt x="8738" y="39846"/>
                    <a:pt x="24292" y="24292"/>
                  </a:cubicBezTo>
                  <a:cubicBezTo>
                    <a:pt x="39846" y="8738"/>
                    <a:pt x="60942" y="0"/>
                    <a:pt x="82939" y="0"/>
                  </a:cubicBezTo>
                  <a:close/>
                </a:path>
              </a:pathLst>
            </a:custGeom>
            <a:ln w="19050" cap="sq">
              <a:solidFill>
                <a:srgbClr val="000000"/>
              </a:solidFill>
              <a:prstDash val="solid"/>
              <a:miter/>
            </a:ln>
          </p:spPr>
        </p:sp>
        <p:sp>
          <p:nvSpPr>
            <p:cNvPr name="TextBox 52" id="52"/>
            <p:cNvSpPr txBox="true"/>
            <p:nvPr/>
          </p:nvSpPr>
          <p:spPr>
            <a:xfrm>
              <a:off x="0" y="-28575"/>
              <a:ext cx="491694" cy="291576"/>
            </a:xfrm>
            <a:prstGeom prst="rect">
              <a:avLst/>
            </a:prstGeom>
          </p:spPr>
          <p:txBody>
            <a:bodyPr anchor="ctr" rtlCol="false" tIns="254000" lIns="254000" bIns="254000" rIns="254000"/>
            <a:lstStyle/>
            <a:p>
              <a:pPr algn="ctr">
                <a:lnSpc>
                  <a:spcPts val="2100"/>
                </a:lnSpc>
              </a:pPr>
              <a:r>
                <a:rPr lang="en-US" sz="1500">
                  <a:solidFill>
                    <a:srgbClr val="000000"/>
                  </a:solidFill>
                  <a:latin typeface="Open Sans"/>
                  <a:ea typeface="Open Sans"/>
                  <a:cs typeface="Open Sans"/>
                  <a:sym typeface="Open Sans"/>
                </a:rPr>
                <a:t>Thêm nhiều ý phụ hơn nữa</a:t>
              </a:r>
            </a:p>
          </p:txBody>
        </p:sp>
      </p:grpSp>
      <p:grpSp>
        <p:nvGrpSpPr>
          <p:cNvPr name="Group 53" id="53"/>
          <p:cNvGrpSpPr/>
          <p:nvPr/>
        </p:nvGrpSpPr>
        <p:grpSpPr>
          <a:xfrm rot="0">
            <a:off x="12560735" y="6632619"/>
            <a:ext cx="4698565" cy="2652859"/>
            <a:chOff x="0" y="0"/>
            <a:chExt cx="1237482" cy="698695"/>
          </a:xfrm>
        </p:grpSpPr>
        <p:sp>
          <p:nvSpPr>
            <p:cNvPr name="Freeform 54" id="54"/>
            <p:cNvSpPr/>
            <p:nvPr/>
          </p:nvSpPr>
          <p:spPr>
            <a:xfrm flipH="false" flipV="false" rot="0">
              <a:off x="0" y="0"/>
              <a:ext cx="1237482" cy="698695"/>
            </a:xfrm>
            <a:custGeom>
              <a:avLst/>
              <a:gdLst/>
              <a:ahLst/>
              <a:cxnLst/>
              <a:rect r="r" b="b" t="t" l="l"/>
              <a:pathLst>
                <a:path h="698695" w="1237482">
                  <a:moveTo>
                    <a:pt x="32954" y="0"/>
                  </a:moveTo>
                  <a:lnTo>
                    <a:pt x="1204528" y="0"/>
                  </a:lnTo>
                  <a:cubicBezTo>
                    <a:pt x="1222728" y="0"/>
                    <a:pt x="1237482" y="14754"/>
                    <a:pt x="1237482" y="32954"/>
                  </a:cubicBezTo>
                  <a:lnTo>
                    <a:pt x="1237482" y="665741"/>
                  </a:lnTo>
                  <a:cubicBezTo>
                    <a:pt x="1237482" y="683941"/>
                    <a:pt x="1222728" y="698695"/>
                    <a:pt x="1204528" y="698695"/>
                  </a:cubicBezTo>
                  <a:lnTo>
                    <a:pt x="32954" y="698695"/>
                  </a:lnTo>
                  <a:cubicBezTo>
                    <a:pt x="14754" y="698695"/>
                    <a:pt x="0" y="683941"/>
                    <a:pt x="0" y="665741"/>
                  </a:cubicBezTo>
                  <a:lnTo>
                    <a:pt x="0" y="32954"/>
                  </a:lnTo>
                  <a:cubicBezTo>
                    <a:pt x="0" y="14754"/>
                    <a:pt x="14754" y="0"/>
                    <a:pt x="32954" y="0"/>
                  </a:cubicBezTo>
                  <a:close/>
                </a:path>
              </a:pathLst>
            </a:custGeom>
            <a:solidFill>
              <a:srgbClr val="E1E1E1"/>
            </a:solidFill>
          </p:spPr>
        </p:sp>
        <p:sp>
          <p:nvSpPr>
            <p:cNvPr name="TextBox 55" id="55"/>
            <p:cNvSpPr txBox="true"/>
            <p:nvPr/>
          </p:nvSpPr>
          <p:spPr>
            <a:xfrm>
              <a:off x="0" y="-28575"/>
              <a:ext cx="1237482" cy="727270"/>
            </a:xfrm>
            <a:prstGeom prst="rect">
              <a:avLst/>
            </a:prstGeom>
          </p:spPr>
          <p:txBody>
            <a:bodyPr anchor="ctr" rtlCol="false" tIns="254000" lIns="254000" bIns="254000" rIns="254000"/>
            <a:lstStyle/>
            <a:p>
              <a:pPr algn="l">
                <a:lnSpc>
                  <a:spcPts val="1960"/>
                </a:lnSpc>
              </a:pPr>
              <a:r>
                <a:rPr lang="en-US" sz="1400" b="true">
                  <a:solidFill>
                    <a:srgbClr val="000000"/>
                  </a:solidFill>
                  <a:latin typeface="Open Sans Bold"/>
                  <a:ea typeface="Open Sans Bold"/>
                  <a:cs typeface="Open Sans Bold"/>
                  <a:sym typeface="Open Sans Bold"/>
                </a:rPr>
                <a:t>Mẹo:</a:t>
              </a:r>
              <a:r>
                <a:rPr lang="en-US" sz="1400">
                  <a:solidFill>
                    <a:srgbClr val="000000"/>
                  </a:solidFill>
                  <a:latin typeface="Open Sans"/>
                  <a:ea typeface="Open Sans"/>
                  <a:cs typeface="Open Sans"/>
                  <a:sym typeface="Open Sans"/>
                </a:rPr>
                <a:t> Hợp tác giúp làm việc nhóm dễ dàng hơn! Nhấp vào "Chia sẻ" và mời các thành viên trong nhóm cùng điền thông tin. Sử dụng trang này cho các thông báo, thảo luận ý tưởng và các hoạt động nhóm thú vị khác.</a:t>
              </a:r>
            </a:p>
            <a:p>
              <a:pPr algn="l">
                <a:lnSpc>
                  <a:spcPts val="1960"/>
                </a:lnSpc>
              </a:pPr>
            </a:p>
            <a:p>
              <a:pPr algn="l">
                <a:lnSpc>
                  <a:spcPts val="1960"/>
                </a:lnSpc>
              </a:pPr>
              <a:r>
                <a:rPr lang="en-US" sz="1400" b="true">
                  <a:solidFill>
                    <a:srgbClr val="000000"/>
                  </a:solidFill>
                  <a:latin typeface="Open Sans Bold"/>
                  <a:ea typeface="Open Sans Bold"/>
                  <a:cs typeface="Open Sans Bold"/>
                  <a:sym typeface="Open Sans Bold"/>
                </a:rPr>
                <a:t>Nhấp chuột phải</a:t>
              </a:r>
              <a:r>
                <a:rPr lang="en-US" sz="1400">
                  <a:solidFill>
                    <a:srgbClr val="000000"/>
                  </a:solidFill>
                  <a:latin typeface="Open Sans"/>
                  <a:ea typeface="Open Sans"/>
                  <a:cs typeface="Open Sans"/>
                  <a:sym typeface="Open Sans"/>
                </a:rPr>
                <a:t> vào </a:t>
              </a:r>
              <a:r>
                <a:rPr lang="en-US" sz="1400" b="true">
                  <a:solidFill>
                    <a:srgbClr val="000000"/>
                  </a:solidFill>
                  <a:latin typeface="Open Sans Bold"/>
                  <a:ea typeface="Open Sans Bold"/>
                  <a:cs typeface="Open Sans Bold"/>
                  <a:sym typeface="Open Sans Bold"/>
                </a:rPr>
                <a:t>nền</a:t>
              </a:r>
              <a:r>
                <a:rPr lang="en-US" sz="1400">
                  <a:solidFill>
                    <a:srgbClr val="000000"/>
                  </a:solidFill>
                  <a:latin typeface="Open Sans"/>
                  <a:ea typeface="Open Sans"/>
                  <a:cs typeface="Open Sans"/>
                  <a:sym typeface="Open Sans"/>
                </a:rPr>
                <a:t> của slide, hoặc vào </a:t>
              </a:r>
              <a:r>
                <a:rPr lang="en-US" sz="1400" b="true">
                  <a:solidFill>
                    <a:srgbClr val="000000"/>
                  </a:solidFill>
                  <a:latin typeface="Open Sans Bold"/>
                  <a:ea typeface="Open Sans Bold"/>
                  <a:cs typeface="Open Sans Bold"/>
                  <a:sym typeface="Open Sans Bold"/>
                </a:rPr>
                <a:t>hình thu nhỏ</a:t>
              </a:r>
              <a:r>
                <a:rPr lang="en-US" sz="1400">
                  <a:solidFill>
                    <a:srgbClr val="000000"/>
                  </a:solidFill>
                  <a:latin typeface="Open Sans"/>
                  <a:ea typeface="Open Sans"/>
                  <a:cs typeface="Open Sans"/>
                  <a:sym typeface="Open Sans"/>
                </a:rPr>
                <a:t> bên dưới, để </a:t>
              </a:r>
              <a:r>
                <a:rPr lang="en-US" sz="1400" b="true">
                  <a:solidFill>
                    <a:srgbClr val="000000"/>
                  </a:solidFill>
                  <a:latin typeface="Open Sans Bold"/>
                  <a:ea typeface="Open Sans Bold"/>
                  <a:cs typeface="Open Sans Bold"/>
                  <a:sym typeface="Open Sans Bold"/>
                </a:rPr>
                <a:t>mở rộng</a:t>
              </a:r>
              <a:r>
                <a:rPr lang="en-US" sz="1400">
                  <a:solidFill>
                    <a:srgbClr val="000000"/>
                  </a:solidFill>
                  <a:latin typeface="Open Sans"/>
                  <a:ea typeface="Open Sans"/>
                  <a:cs typeface="Open Sans"/>
                  <a:sym typeface="Open Sans"/>
                </a:rPr>
                <a:t> trang này thành </a:t>
              </a:r>
              <a:r>
                <a:rPr lang="en-US" sz="1400" b="true">
                  <a:solidFill>
                    <a:srgbClr val="000000"/>
                  </a:solidFill>
                  <a:latin typeface="Open Sans Bold"/>
                  <a:ea typeface="Open Sans Bold"/>
                  <a:cs typeface="Open Sans Bold"/>
                  <a:sym typeface="Open Sans Bold"/>
                </a:rPr>
                <a:t>whiteboard</a:t>
              </a:r>
              <a:r>
                <a:rPr lang="en-US" sz="1400">
                  <a:solidFill>
                    <a:srgbClr val="000000"/>
                  </a:solidFill>
                  <a:latin typeface="Open Sans"/>
                  <a:ea typeface="Open Sans"/>
                  <a:cs typeface="Open Sans"/>
                  <a:sym typeface="Open Sans"/>
                </a:rPr>
                <a:t> để có thêm không gian!</a:t>
              </a:r>
            </a:p>
          </p:txBody>
        </p:sp>
      </p:grpSp>
      <p:sp>
        <p:nvSpPr>
          <p:cNvPr name="TextBox 56" id="56"/>
          <p:cNvSpPr txBox="true"/>
          <p:nvPr/>
        </p:nvSpPr>
        <p:spPr>
          <a:xfrm rot="0">
            <a:off x="1040889" y="1076325"/>
            <a:ext cx="5697258" cy="1585595"/>
          </a:xfrm>
          <a:prstGeom prst="rect">
            <a:avLst/>
          </a:prstGeom>
        </p:spPr>
        <p:txBody>
          <a:bodyPr anchor="t" rtlCol="false" tIns="0" lIns="0" bIns="0" rIns="0">
            <a:spAutoFit/>
          </a:bodyPr>
          <a:lstStyle/>
          <a:p>
            <a:pPr algn="l">
              <a:lnSpc>
                <a:spcPts val="6160"/>
              </a:lnSpc>
            </a:pPr>
            <a:r>
              <a:rPr lang="en-US" sz="5600" spc="-112" b="true">
                <a:solidFill>
                  <a:srgbClr val="4A44BD"/>
                </a:solidFill>
                <a:latin typeface="Be Vietnam Ultra-Bold"/>
                <a:ea typeface="Be Vietnam Ultra-Bold"/>
                <a:cs typeface="Be Vietnam Ultra-Bold"/>
                <a:sym typeface="Be Vietnam Ultra-Bold"/>
              </a:rPr>
              <a:t>Cộng tác trên</a:t>
            </a:r>
          </a:p>
          <a:p>
            <a:pPr algn="l">
              <a:lnSpc>
                <a:spcPts val="6160"/>
              </a:lnSpc>
            </a:pPr>
            <a:r>
              <a:rPr lang="en-US" sz="5600" spc="-112" b="true">
                <a:solidFill>
                  <a:srgbClr val="4A44BD"/>
                </a:solidFill>
                <a:latin typeface="Be Vietnam Ultra-Bold"/>
                <a:ea typeface="Be Vietnam Ultra-Bold"/>
                <a:cs typeface="Be Vietnam Ultra-Bold"/>
                <a:sym typeface="Be Vietnam Ultra-Bold"/>
              </a:rPr>
              <a:t>Whiteboard</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095375"/>
            <a:ext cx="5093052" cy="2124075"/>
          </a:xfrm>
          <a:prstGeom prst="rect">
            <a:avLst/>
          </a:prstGeom>
        </p:spPr>
        <p:txBody>
          <a:bodyPr anchor="t" rtlCol="false" tIns="0" lIns="0" bIns="0" rIns="0">
            <a:spAutoFit/>
          </a:bodyPr>
          <a:lstStyle/>
          <a:p>
            <a:pPr algn="l" marL="0" indent="0" lvl="0">
              <a:lnSpc>
                <a:spcPts val="8250"/>
              </a:lnSpc>
            </a:pPr>
            <a:r>
              <a:rPr lang="en-US" b="true" sz="7500" spc="-150">
                <a:solidFill>
                  <a:srgbClr val="4A44BD"/>
                </a:solidFill>
                <a:latin typeface="Be Vietnam Ultra-Bold"/>
                <a:ea typeface="Be Vietnam Ultra-Bold"/>
                <a:cs typeface="Be Vietnam Ultra-Bold"/>
                <a:sym typeface="Be Vietnam Ultra-Bold"/>
              </a:rPr>
              <a:t>Trang</a:t>
            </a:r>
          </a:p>
          <a:p>
            <a:pPr algn="l" marL="0" indent="0" lvl="0">
              <a:lnSpc>
                <a:spcPts val="8250"/>
              </a:lnSpc>
            </a:pPr>
            <a:r>
              <a:rPr lang="en-US" b="true" sz="7500" spc="-150">
                <a:solidFill>
                  <a:srgbClr val="4A44BD"/>
                </a:solidFill>
                <a:latin typeface="Be Vietnam Ultra-Bold"/>
                <a:ea typeface="Be Vietnam Ultra-Bold"/>
                <a:cs typeface="Be Vietnam Ultra-Bold"/>
                <a:sym typeface="Be Vietnam Ultra-Bold"/>
              </a:rPr>
              <a:t>tài nguyên</a:t>
            </a:r>
          </a:p>
        </p:txBody>
      </p:sp>
      <p:sp>
        <p:nvSpPr>
          <p:cNvPr name="TextBox 3" id="3"/>
          <p:cNvSpPr txBox="true"/>
          <p:nvPr/>
        </p:nvSpPr>
        <p:spPr>
          <a:xfrm rot="0">
            <a:off x="1028700" y="6542405"/>
            <a:ext cx="5093052" cy="2715895"/>
          </a:xfrm>
          <a:prstGeom prst="rect">
            <a:avLst/>
          </a:prstGeom>
        </p:spPr>
        <p:txBody>
          <a:bodyPr anchor="t" rtlCol="false" tIns="0" lIns="0" bIns="0" rIns="0">
            <a:spAutoFit/>
          </a:bodyPr>
          <a:lstStyle/>
          <a:p>
            <a:pPr algn="l">
              <a:lnSpc>
                <a:spcPts val="3080"/>
              </a:lnSpc>
            </a:pPr>
            <a:r>
              <a:rPr lang="en-US" sz="2200">
                <a:solidFill>
                  <a:srgbClr val="000000"/>
                </a:solidFill>
                <a:latin typeface="Open Sans"/>
                <a:ea typeface="Open Sans"/>
                <a:cs typeface="Open Sans"/>
                <a:sym typeface="Open Sans"/>
              </a:rPr>
              <a:t>Hãy sử dụng những nguồn tài nguyên thiết kế này trong bài thuyết trình Canva của bạn. Chúc bạn thiết kế</a:t>
            </a:r>
          </a:p>
          <a:p>
            <a:pPr algn="l">
              <a:lnSpc>
                <a:spcPts val="3080"/>
              </a:lnSpc>
            </a:pPr>
            <a:r>
              <a:rPr lang="en-US" sz="2200">
                <a:solidFill>
                  <a:srgbClr val="000000"/>
                </a:solidFill>
                <a:latin typeface="Open Sans"/>
                <a:ea typeface="Open Sans"/>
                <a:cs typeface="Open Sans"/>
                <a:sym typeface="Open Sans"/>
              </a:rPr>
              <a:t>vui vẻ!</a:t>
            </a:r>
          </a:p>
          <a:p>
            <a:pPr algn="l">
              <a:lnSpc>
                <a:spcPts val="3080"/>
              </a:lnSpc>
            </a:pPr>
          </a:p>
          <a:p>
            <a:pPr algn="l">
              <a:lnSpc>
                <a:spcPts val="3080"/>
              </a:lnSpc>
            </a:pPr>
            <a:r>
              <a:rPr lang="en-US" sz="2200">
                <a:solidFill>
                  <a:srgbClr val="000000"/>
                </a:solidFill>
                <a:latin typeface="Open Sans"/>
                <a:ea typeface="Open Sans"/>
                <a:cs typeface="Open Sans"/>
                <a:sym typeface="Open Sans"/>
              </a:rPr>
              <a:t>Xóa hoặc ẩn trang này</a:t>
            </a:r>
          </a:p>
          <a:p>
            <a:pPr algn="l">
              <a:lnSpc>
                <a:spcPts val="3080"/>
              </a:lnSpc>
            </a:pPr>
            <a:r>
              <a:rPr lang="en-US" sz="2200">
                <a:solidFill>
                  <a:srgbClr val="000000"/>
                </a:solidFill>
                <a:latin typeface="Open Sans"/>
                <a:ea typeface="Open Sans"/>
                <a:cs typeface="Open Sans"/>
                <a:sym typeface="Open Sans"/>
              </a:rPr>
              <a:t>trước khi thuyết trình.</a:t>
            </a:r>
          </a:p>
        </p:txBody>
      </p:sp>
      <p:grpSp>
        <p:nvGrpSpPr>
          <p:cNvPr name="Group 4" id="4"/>
          <p:cNvGrpSpPr/>
          <p:nvPr/>
        </p:nvGrpSpPr>
        <p:grpSpPr>
          <a:xfrm rot="0">
            <a:off x="8852130" y="1432934"/>
            <a:ext cx="1709311" cy="1606548"/>
            <a:chOff x="0" y="0"/>
            <a:chExt cx="530380" cy="498493"/>
          </a:xfrm>
        </p:grpSpPr>
        <p:sp>
          <p:nvSpPr>
            <p:cNvPr name="Freeform 5" id="5"/>
            <p:cNvSpPr/>
            <p:nvPr/>
          </p:nvSpPr>
          <p:spPr>
            <a:xfrm flipH="false" flipV="false" rot="0">
              <a:off x="0" y="0"/>
              <a:ext cx="530380" cy="498493"/>
            </a:xfrm>
            <a:custGeom>
              <a:avLst/>
              <a:gdLst/>
              <a:ahLst/>
              <a:cxnLst/>
              <a:rect r="r" b="b" t="t" l="l"/>
              <a:pathLst>
                <a:path h="498493" w="530380">
                  <a:moveTo>
                    <a:pt x="0" y="0"/>
                  </a:moveTo>
                  <a:lnTo>
                    <a:pt x="530380" y="0"/>
                  </a:lnTo>
                  <a:lnTo>
                    <a:pt x="530380" y="498493"/>
                  </a:lnTo>
                  <a:lnTo>
                    <a:pt x="0" y="498493"/>
                  </a:lnTo>
                  <a:close/>
                </a:path>
              </a:pathLst>
            </a:custGeom>
            <a:solidFill>
              <a:srgbClr val="C0E4F6"/>
            </a:solidFill>
          </p:spPr>
        </p:sp>
        <p:sp>
          <p:nvSpPr>
            <p:cNvPr name="TextBox 6" id="6"/>
            <p:cNvSpPr txBox="true"/>
            <p:nvPr/>
          </p:nvSpPr>
          <p:spPr>
            <a:xfrm>
              <a:off x="0" y="-28575"/>
              <a:ext cx="530380" cy="527068"/>
            </a:xfrm>
            <a:prstGeom prst="rect">
              <a:avLst/>
            </a:prstGeom>
          </p:spPr>
          <p:txBody>
            <a:bodyPr anchor="ctr" rtlCol="false" tIns="50800" lIns="50800" bIns="50800" rIns="50800"/>
            <a:lstStyle/>
            <a:p>
              <a:pPr algn="ctr">
                <a:lnSpc>
                  <a:spcPts val="2100"/>
                </a:lnSpc>
              </a:pPr>
            </a:p>
          </p:txBody>
        </p:sp>
      </p:grpSp>
      <p:grpSp>
        <p:nvGrpSpPr>
          <p:cNvPr name="Group 7" id="7"/>
          <p:cNvGrpSpPr/>
          <p:nvPr/>
        </p:nvGrpSpPr>
        <p:grpSpPr>
          <a:xfrm rot="0">
            <a:off x="10889943" y="1432934"/>
            <a:ext cx="1709311" cy="170931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A44BD"/>
            </a:solidFill>
          </p:spPr>
        </p:sp>
        <p:sp>
          <p:nvSpPr>
            <p:cNvPr name="TextBox 9" id="9"/>
            <p:cNvSpPr txBox="true"/>
            <p:nvPr/>
          </p:nvSpPr>
          <p:spPr>
            <a:xfrm>
              <a:off x="76200" y="47625"/>
              <a:ext cx="660400" cy="688975"/>
            </a:xfrm>
            <a:prstGeom prst="rect">
              <a:avLst/>
            </a:prstGeom>
          </p:spPr>
          <p:txBody>
            <a:bodyPr anchor="ctr" rtlCol="false" tIns="50800" lIns="50800" bIns="50800" rIns="50800"/>
            <a:lstStyle/>
            <a:p>
              <a:pPr algn="ctr">
                <a:lnSpc>
                  <a:spcPts val="2100"/>
                </a:lnSpc>
              </a:pPr>
            </a:p>
          </p:txBody>
        </p:sp>
      </p:grpSp>
      <p:grpSp>
        <p:nvGrpSpPr>
          <p:cNvPr name="Group 10" id="10"/>
          <p:cNvGrpSpPr/>
          <p:nvPr/>
        </p:nvGrpSpPr>
        <p:grpSpPr>
          <a:xfrm rot="0">
            <a:off x="12930734" y="1432934"/>
            <a:ext cx="1709311" cy="1495647"/>
            <a:chOff x="0" y="0"/>
            <a:chExt cx="812800" cy="711200"/>
          </a:xfrm>
        </p:grpSpPr>
        <p:sp>
          <p:nvSpPr>
            <p:cNvPr name="Freeform 11" id="11"/>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C0E4F6"/>
            </a:solidFill>
          </p:spPr>
        </p:sp>
        <p:sp>
          <p:nvSpPr>
            <p:cNvPr name="TextBox 12" id="12"/>
            <p:cNvSpPr txBox="true"/>
            <p:nvPr/>
          </p:nvSpPr>
          <p:spPr>
            <a:xfrm>
              <a:off x="127000" y="301625"/>
              <a:ext cx="558800" cy="358775"/>
            </a:xfrm>
            <a:prstGeom prst="rect">
              <a:avLst/>
            </a:prstGeom>
          </p:spPr>
          <p:txBody>
            <a:bodyPr anchor="ctr" rtlCol="false" tIns="50800" lIns="50800" bIns="50800" rIns="50800"/>
            <a:lstStyle/>
            <a:p>
              <a:pPr algn="ctr">
                <a:lnSpc>
                  <a:spcPts val="2100"/>
                </a:lnSpc>
              </a:pPr>
            </a:p>
          </p:txBody>
        </p:sp>
      </p:grpSp>
      <p:grpSp>
        <p:nvGrpSpPr>
          <p:cNvPr name="Group 13" id="13"/>
          <p:cNvGrpSpPr/>
          <p:nvPr/>
        </p:nvGrpSpPr>
        <p:grpSpPr>
          <a:xfrm rot="0">
            <a:off x="14971524" y="1432934"/>
            <a:ext cx="1709311" cy="170931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4A44BD"/>
            </a:solidFill>
          </p:spPr>
        </p:sp>
        <p:sp>
          <p:nvSpPr>
            <p:cNvPr name="TextBox 15" id="15"/>
            <p:cNvSpPr txBox="true"/>
            <p:nvPr/>
          </p:nvSpPr>
          <p:spPr>
            <a:xfrm>
              <a:off x="139700" y="111125"/>
              <a:ext cx="533400" cy="561975"/>
            </a:xfrm>
            <a:prstGeom prst="rect">
              <a:avLst/>
            </a:prstGeom>
          </p:spPr>
          <p:txBody>
            <a:bodyPr anchor="ctr" rtlCol="false" tIns="50800" lIns="50800" bIns="50800" rIns="50800"/>
            <a:lstStyle/>
            <a:p>
              <a:pPr algn="ctr">
                <a:lnSpc>
                  <a:spcPts val="2100"/>
                </a:lnSpc>
              </a:pPr>
            </a:p>
          </p:txBody>
        </p:sp>
      </p:grpSp>
      <p:grpSp>
        <p:nvGrpSpPr>
          <p:cNvPr name="Group 16" id="16"/>
          <p:cNvGrpSpPr/>
          <p:nvPr/>
        </p:nvGrpSpPr>
        <p:grpSpPr>
          <a:xfrm rot="0">
            <a:off x="8852130" y="3544702"/>
            <a:ext cx="1709311" cy="170931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lnTo>
                    <a:pt x="812800" y="310462"/>
                  </a:lnTo>
                  <a:lnTo>
                    <a:pt x="657569" y="812800"/>
                  </a:lnTo>
                  <a:lnTo>
                    <a:pt x="155231" y="812800"/>
                  </a:lnTo>
                  <a:lnTo>
                    <a:pt x="0" y="310462"/>
                  </a:lnTo>
                  <a:lnTo>
                    <a:pt x="406400" y="0"/>
                  </a:lnTo>
                  <a:close/>
                </a:path>
              </a:pathLst>
            </a:custGeom>
            <a:solidFill>
              <a:srgbClr val="4A44BD"/>
            </a:solidFill>
          </p:spPr>
        </p:sp>
        <p:sp>
          <p:nvSpPr>
            <p:cNvPr name="TextBox 18" id="18"/>
            <p:cNvSpPr txBox="true"/>
            <p:nvPr/>
          </p:nvSpPr>
          <p:spPr>
            <a:xfrm>
              <a:off x="127000" y="174625"/>
              <a:ext cx="558800" cy="587375"/>
            </a:xfrm>
            <a:prstGeom prst="rect">
              <a:avLst/>
            </a:prstGeom>
          </p:spPr>
          <p:txBody>
            <a:bodyPr anchor="ctr" rtlCol="false" tIns="50800" lIns="50800" bIns="50800" rIns="50800"/>
            <a:lstStyle/>
            <a:p>
              <a:pPr algn="ctr">
                <a:lnSpc>
                  <a:spcPts val="2100"/>
                </a:lnSpc>
              </a:pPr>
            </a:p>
          </p:txBody>
        </p:sp>
      </p:grpSp>
      <p:grpSp>
        <p:nvGrpSpPr>
          <p:cNvPr name="Group 19" id="19"/>
          <p:cNvGrpSpPr/>
          <p:nvPr/>
        </p:nvGrpSpPr>
        <p:grpSpPr>
          <a:xfrm rot="0">
            <a:off x="10889943" y="3544702"/>
            <a:ext cx="1709311" cy="1709311"/>
            <a:chOff x="0" y="0"/>
            <a:chExt cx="698500" cy="698500"/>
          </a:xfrm>
        </p:grpSpPr>
        <p:sp>
          <p:nvSpPr>
            <p:cNvPr name="Freeform 20" id="20"/>
            <p:cNvSpPr/>
            <p:nvPr/>
          </p:nvSpPr>
          <p:spPr>
            <a:xfrm flipH="false" flipV="false" rot="0">
              <a:off x="0" y="0"/>
              <a:ext cx="698500" cy="698500"/>
            </a:xfrm>
            <a:custGeom>
              <a:avLst/>
              <a:gdLst/>
              <a:ahLst/>
              <a:cxnLst/>
              <a:rect r="r" b="b" t="t" l="l"/>
              <a:pathLst>
                <a:path h="698500" w="698500">
                  <a:moveTo>
                    <a:pt x="349250" y="0"/>
                  </a:moveTo>
                  <a:lnTo>
                    <a:pt x="698500" y="203200"/>
                  </a:lnTo>
                  <a:lnTo>
                    <a:pt x="698500" y="495300"/>
                  </a:lnTo>
                  <a:lnTo>
                    <a:pt x="349250" y="698500"/>
                  </a:lnTo>
                  <a:lnTo>
                    <a:pt x="0" y="495300"/>
                  </a:lnTo>
                  <a:lnTo>
                    <a:pt x="0" y="203200"/>
                  </a:lnTo>
                  <a:lnTo>
                    <a:pt x="349250" y="0"/>
                  </a:lnTo>
                  <a:close/>
                </a:path>
              </a:pathLst>
            </a:custGeom>
            <a:solidFill>
              <a:srgbClr val="C0E4F6"/>
            </a:solidFill>
          </p:spPr>
        </p:sp>
        <p:sp>
          <p:nvSpPr>
            <p:cNvPr name="TextBox 21" id="21"/>
            <p:cNvSpPr txBox="true"/>
            <p:nvPr/>
          </p:nvSpPr>
          <p:spPr>
            <a:xfrm>
              <a:off x="0" y="111125"/>
              <a:ext cx="698500" cy="447675"/>
            </a:xfrm>
            <a:prstGeom prst="rect">
              <a:avLst/>
            </a:prstGeom>
          </p:spPr>
          <p:txBody>
            <a:bodyPr anchor="ctr" rtlCol="false" tIns="50800" lIns="50800" bIns="50800" rIns="50800"/>
            <a:lstStyle/>
            <a:p>
              <a:pPr algn="ctr">
                <a:lnSpc>
                  <a:spcPts val="2100"/>
                </a:lnSpc>
              </a:pPr>
            </a:p>
          </p:txBody>
        </p:sp>
      </p:grpSp>
      <p:grpSp>
        <p:nvGrpSpPr>
          <p:cNvPr name="Group 22" id="22"/>
          <p:cNvGrpSpPr/>
          <p:nvPr/>
        </p:nvGrpSpPr>
        <p:grpSpPr>
          <a:xfrm rot="0">
            <a:off x="12930734" y="3544702"/>
            <a:ext cx="1709311" cy="1709311"/>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812800" y="406400"/>
                  </a:moveTo>
                  <a:lnTo>
                    <a:pt x="609600" y="812800"/>
                  </a:lnTo>
                  <a:lnTo>
                    <a:pt x="203200" y="812800"/>
                  </a:lnTo>
                  <a:lnTo>
                    <a:pt x="0" y="406400"/>
                  </a:lnTo>
                  <a:lnTo>
                    <a:pt x="203200" y="0"/>
                  </a:lnTo>
                  <a:lnTo>
                    <a:pt x="609600" y="0"/>
                  </a:lnTo>
                  <a:lnTo>
                    <a:pt x="812800" y="406400"/>
                  </a:lnTo>
                  <a:close/>
                </a:path>
              </a:pathLst>
            </a:custGeom>
            <a:solidFill>
              <a:srgbClr val="4A44BD"/>
            </a:solidFill>
          </p:spPr>
        </p:sp>
        <p:sp>
          <p:nvSpPr>
            <p:cNvPr name="TextBox 24" id="24"/>
            <p:cNvSpPr txBox="true"/>
            <p:nvPr/>
          </p:nvSpPr>
          <p:spPr>
            <a:xfrm>
              <a:off x="114300" y="-28575"/>
              <a:ext cx="584200" cy="841375"/>
            </a:xfrm>
            <a:prstGeom prst="rect">
              <a:avLst/>
            </a:prstGeom>
          </p:spPr>
          <p:txBody>
            <a:bodyPr anchor="ctr" rtlCol="false" tIns="50800" lIns="50800" bIns="50800" rIns="50800"/>
            <a:lstStyle/>
            <a:p>
              <a:pPr algn="ctr">
                <a:lnSpc>
                  <a:spcPts val="2100"/>
                </a:lnSpc>
              </a:pPr>
            </a:p>
          </p:txBody>
        </p:sp>
      </p:grpSp>
      <p:grpSp>
        <p:nvGrpSpPr>
          <p:cNvPr name="Group 25" id="25"/>
          <p:cNvGrpSpPr/>
          <p:nvPr/>
        </p:nvGrpSpPr>
        <p:grpSpPr>
          <a:xfrm rot="0">
            <a:off x="14971524" y="3544702"/>
            <a:ext cx="1709311" cy="1709311"/>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C0E4F6"/>
            </a:solidFill>
          </p:spPr>
        </p:sp>
        <p:sp>
          <p:nvSpPr>
            <p:cNvPr name="TextBox 27" id="27"/>
            <p:cNvSpPr txBox="true"/>
            <p:nvPr/>
          </p:nvSpPr>
          <p:spPr>
            <a:xfrm>
              <a:off x="190500" y="161925"/>
              <a:ext cx="431800" cy="460375"/>
            </a:xfrm>
            <a:prstGeom prst="rect">
              <a:avLst/>
            </a:prstGeom>
          </p:spPr>
          <p:txBody>
            <a:bodyPr anchor="ctr" rtlCol="false" tIns="50800" lIns="50800" bIns="50800" rIns="50800"/>
            <a:lstStyle/>
            <a:p>
              <a:pPr algn="ctr">
                <a:lnSpc>
                  <a:spcPts val="2100"/>
                </a:lnSpc>
              </a:pPr>
            </a:p>
          </p:txBody>
        </p:sp>
      </p:grpSp>
      <p:grpSp>
        <p:nvGrpSpPr>
          <p:cNvPr name="Group 28" id="28"/>
          <p:cNvGrpSpPr/>
          <p:nvPr/>
        </p:nvGrpSpPr>
        <p:grpSpPr>
          <a:xfrm rot="0">
            <a:off x="8852130" y="5738380"/>
            <a:ext cx="1709311" cy="1629187"/>
            <a:chOff x="0" y="0"/>
            <a:chExt cx="812800" cy="774700"/>
          </a:xfrm>
        </p:grpSpPr>
        <p:sp>
          <p:nvSpPr>
            <p:cNvPr name="Freeform 29" id="29"/>
            <p:cNvSpPr/>
            <p:nvPr/>
          </p:nvSpPr>
          <p:spPr>
            <a:xfrm flipH="false" flipV="false" rot="0">
              <a:off x="0" y="0"/>
              <a:ext cx="812800" cy="774700"/>
            </a:xfrm>
            <a:custGeom>
              <a:avLst/>
              <a:gdLst/>
              <a:ahLst/>
              <a:cxnLst/>
              <a:rect r="r" b="b" t="t" l="l"/>
              <a:pathLst>
                <a:path h="774700" w="812800">
                  <a:moveTo>
                    <a:pt x="406400" y="0"/>
                  </a:moveTo>
                  <a:lnTo>
                    <a:pt x="502338" y="295909"/>
                  </a:lnTo>
                  <a:lnTo>
                    <a:pt x="812800" y="295909"/>
                  </a:lnTo>
                  <a:lnTo>
                    <a:pt x="561631" y="478791"/>
                  </a:lnTo>
                  <a:lnTo>
                    <a:pt x="657569" y="774700"/>
                  </a:lnTo>
                  <a:lnTo>
                    <a:pt x="406400" y="591819"/>
                  </a:lnTo>
                  <a:lnTo>
                    <a:pt x="155231" y="774700"/>
                  </a:lnTo>
                  <a:lnTo>
                    <a:pt x="251169" y="478791"/>
                  </a:lnTo>
                  <a:lnTo>
                    <a:pt x="0" y="295909"/>
                  </a:lnTo>
                  <a:lnTo>
                    <a:pt x="310462" y="295909"/>
                  </a:lnTo>
                  <a:lnTo>
                    <a:pt x="406400" y="0"/>
                  </a:lnTo>
                  <a:close/>
                </a:path>
              </a:pathLst>
            </a:custGeom>
            <a:solidFill>
              <a:srgbClr val="C0E4F6"/>
            </a:solidFill>
          </p:spPr>
        </p:sp>
        <p:sp>
          <p:nvSpPr>
            <p:cNvPr name="TextBox 30" id="30"/>
            <p:cNvSpPr txBox="true"/>
            <p:nvPr/>
          </p:nvSpPr>
          <p:spPr>
            <a:xfrm>
              <a:off x="228600" y="238125"/>
              <a:ext cx="355600" cy="371475"/>
            </a:xfrm>
            <a:prstGeom prst="rect">
              <a:avLst/>
            </a:prstGeom>
          </p:spPr>
          <p:txBody>
            <a:bodyPr anchor="ctr" rtlCol="false" tIns="50800" lIns="50800" bIns="50800" rIns="50800"/>
            <a:lstStyle/>
            <a:p>
              <a:pPr algn="ctr">
                <a:lnSpc>
                  <a:spcPts val="2100"/>
                </a:lnSpc>
              </a:pPr>
            </a:p>
          </p:txBody>
        </p:sp>
      </p:grpSp>
      <p:grpSp>
        <p:nvGrpSpPr>
          <p:cNvPr name="Group 31" id="31"/>
          <p:cNvGrpSpPr/>
          <p:nvPr/>
        </p:nvGrpSpPr>
        <p:grpSpPr>
          <a:xfrm rot="0">
            <a:off x="10889943" y="5658256"/>
            <a:ext cx="1709311" cy="1709311"/>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4A44BD"/>
            </a:solidFill>
          </p:spPr>
        </p:sp>
        <p:sp>
          <p:nvSpPr>
            <p:cNvPr name="TextBox 33" id="33"/>
            <p:cNvSpPr txBox="true"/>
            <p:nvPr/>
          </p:nvSpPr>
          <p:spPr>
            <a:xfrm>
              <a:off x="127000" y="98425"/>
              <a:ext cx="558800" cy="587375"/>
            </a:xfrm>
            <a:prstGeom prst="rect">
              <a:avLst/>
            </a:prstGeom>
          </p:spPr>
          <p:txBody>
            <a:bodyPr anchor="ctr" rtlCol="false" tIns="50800" lIns="50800" bIns="50800" rIns="50800"/>
            <a:lstStyle/>
            <a:p>
              <a:pPr algn="ctr">
                <a:lnSpc>
                  <a:spcPts val="2100"/>
                </a:lnSpc>
              </a:pPr>
            </a:p>
          </p:txBody>
        </p:sp>
      </p:grpSp>
      <p:grpSp>
        <p:nvGrpSpPr>
          <p:cNvPr name="Group 34" id="34"/>
          <p:cNvGrpSpPr/>
          <p:nvPr/>
        </p:nvGrpSpPr>
        <p:grpSpPr>
          <a:xfrm rot="0">
            <a:off x="12930734" y="5658256"/>
            <a:ext cx="1709311" cy="1709311"/>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lnTo>
                    <a:pt x="466396" y="87561"/>
                  </a:lnTo>
                  <a:lnTo>
                    <a:pt x="553838" y="27679"/>
                  </a:lnTo>
                  <a:lnTo>
                    <a:pt x="578287" y="131093"/>
                  </a:lnTo>
                  <a:lnTo>
                    <a:pt x="681363" y="106978"/>
                  </a:lnTo>
                  <a:lnTo>
                    <a:pt x="666963" y="212279"/>
                  </a:lnTo>
                  <a:lnTo>
                    <a:pt x="771752" y="227186"/>
                  </a:lnTo>
                  <a:lnTo>
                    <a:pt x="720448" y="320152"/>
                  </a:lnTo>
                  <a:lnTo>
                    <a:pt x="812800" y="372069"/>
                  </a:lnTo>
                  <a:lnTo>
                    <a:pt x="731520" y="440145"/>
                  </a:lnTo>
                  <a:lnTo>
                    <a:pt x="798961" y="522061"/>
                  </a:lnTo>
                  <a:lnTo>
                    <a:pt x="698682" y="556053"/>
                  </a:lnTo>
                  <a:lnTo>
                    <a:pt x="732104" y="656904"/>
                  </a:lnTo>
                  <a:lnTo>
                    <a:pt x="626370" y="652219"/>
                  </a:lnTo>
                  <a:lnTo>
                    <a:pt x="621259" y="758384"/>
                  </a:lnTo>
                  <a:lnTo>
                    <a:pt x="524350" y="715658"/>
                  </a:lnTo>
                  <a:lnTo>
                    <a:pt x="481396" y="812800"/>
                  </a:lnTo>
                  <a:lnTo>
                    <a:pt x="406400" y="737801"/>
                  </a:lnTo>
                  <a:lnTo>
                    <a:pt x="331404" y="812800"/>
                  </a:lnTo>
                  <a:lnTo>
                    <a:pt x="288450" y="715658"/>
                  </a:lnTo>
                  <a:lnTo>
                    <a:pt x="191541" y="758384"/>
                  </a:lnTo>
                  <a:lnTo>
                    <a:pt x="186430" y="652219"/>
                  </a:lnTo>
                  <a:lnTo>
                    <a:pt x="80696" y="656904"/>
                  </a:lnTo>
                  <a:lnTo>
                    <a:pt x="114118" y="556053"/>
                  </a:lnTo>
                  <a:lnTo>
                    <a:pt x="13839" y="522061"/>
                  </a:lnTo>
                  <a:lnTo>
                    <a:pt x="81280" y="440145"/>
                  </a:lnTo>
                  <a:lnTo>
                    <a:pt x="0" y="372069"/>
                  </a:lnTo>
                  <a:lnTo>
                    <a:pt x="92352" y="320152"/>
                  </a:lnTo>
                  <a:lnTo>
                    <a:pt x="41047" y="227186"/>
                  </a:lnTo>
                  <a:lnTo>
                    <a:pt x="145837" y="212279"/>
                  </a:lnTo>
                  <a:lnTo>
                    <a:pt x="131437" y="106978"/>
                  </a:lnTo>
                  <a:lnTo>
                    <a:pt x="234513" y="131093"/>
                  </a:lnTo>
                  <a:lnTo>
                    <a:pt x="258962" y="27679"/>
                  </a:lnTo>
                  <a:lnTo>
                    <a:pt x="346404" y="87561"/>
                  </a:lnTo>
                  <a:lnTo>
                    <a:pt x="406400" y="0"/>
                  </a:lnTo>
                  <a:close/>
                </a:path>
              </a:pathLst>
            </a:custGeom>
            <a:solidFill>
              <a:srgbClr val="C0E4F6"/>
            </a:solidFill>
          </p:spPr>
        </p:sp>
        <p:sp>
          <p:nvSpPr>
            <p:cNvPr name="TextBox 36" id="36"/>
            <p:cNvSpPr txBox="true"/>
            <p:nvPr/>
          </p:nvSpPr>
          <p:spPr>
            <a:xfrm>
              <a:off x="127000" y="98425"/>
              <a:ext cx="558800" cy="587375"/>
            </a:xfrm>
            <a:prstGeom prst="rect">
              <a:avLst/>
            </a:prstGeom>
          </p:spPr>
          <p:txBody>
            <a:bodyPr anchor="ctr" rtlCol="false" tIns="50800" lIns="50800" bIns="50800" rIns="50800"/>
            <a:lstStyle/>
            <a:p>
              <a:pPr algn="ctr">
                <a:lnSpc>
                  <a:spcPts val="2100"/>
                </a:lnSpc>
              </a:pPr>
            </a:p>
          </p:txBody>
        </p:sp>
      </p:grpSp>
      <p:grpSp>
        <p:nvGrpSpPr>
          <p:cNvPr name="Group 37" id="37"/>
          <p:cNvGrpSpPr/>
          <p:nvPr/>
        </p:nvGrpSpPr>
        <p:grpSpPr>
          <a:xfrm rot="0">
            <a:off x="14971524" y="5658256"/>
            <a:ext cx="1709311" cy="1709311"/>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4A44BD"/>
            </a:solidFill>
          </p:spPr>
        </p:sp>
        <p:sp>
          <p:nvSpPr>
            <p:cNvPr name="TextBox 39" id="39"/>
            <p:cNvSpPr txBox="true"/>
            <p:nvPr/>
          </p:nvSpPr>
          <p:spPr>
            <a:xfrm>
              <a:off x="0" y="174625"/>
              <a:ext cx="711200" cy="434975"/>
            </a:xfrm>
            <a:prstGeom prst="rect">
              <a:avLst/>
            </a:prstGeom>
          </p:spPr>
          <p:txBody>
            <a:bodyPr anchor="ctr" rtlCol="false" tIns="50800" lIns="50800" bIns="50800" rIns="50800"/>
            <a:lstStyle/>
            <a:p>
              <a:pPr algn="ctr">
                <a:lnSpc>
                  <a:spcPts val="2100"/>
                </a:lnSpc>
              </a:pPr>
            </a:p>
          </p:txBody>
        </p:sp>
      </p:grpSp>
      <p:sp>
        <p:nvSpPr>
          <p:cNvPr name="AutoShape 40" id="40"/>
          <p:cNvSpPr/>
          <p:nvPr/>
        </p:nvSpPr>
        <p:spPr>
          <a:xfrm rot="0">
            <a:off x="8775349" y="8005014"/>
            <a:ext cx="3632871" cy="0"/>
          </a:xfrm>
          <a:prstGeom prst="line">
            <a:avLst/>
          </a:prstGeom>
          <a:ln cap="flat" w="19050">
            <a:solidFill>
              <a:srgbClr val="4A44BD"/>
            </a:solidFill>
            <a:prstDash val="solid"/>
            <a:headEnd type="none" len="sm" w="sm"/>
            <a:tailEnd type="none" len="sm" w="sm"/>
          </a:ln>
        </p:spPr>
      </p:sp>
      <p:sp>
        <p:nvSpPr>
          <p:cNvPr name="AutoShape 41" id="41"/>
          <p:cNvSpPr/>
          <p:nvPr/>
        </p:nvSpPr>
        <p:spPr>
          <a:xfrm rot="0">
            <a:off x="13064878" y="8005014"/>
            <a:ext cx="3615957" cy="0"/>
          </a:xfrm>
          <a:prstGeom prst="line">
            <a:avLst/>
          </a:prstGeom>
          <a:ln cap="flat" w="19050">
            <a:solidFill>
              <a:srgbClr val="4A44BD"/>
            </a:solidFill>
            <a:prstDash val="solid"/>
            <a:headEnd type="arrow" len="sm" w="med"/>
            <a:tailEnd type="arrow" len="sm" w="med"/>
          </a:ln>
        </p:spPr>
      </p:sp>
      <p:sp>
        <p:nvSpPr>
          <p:cNvPr name="AutoShape 42" id="42"/>
          <p:cNvSpPr/>
          <p:nvPr/>
        </p:nvSpPr>
        <p:spPr>
          <a:xfrm rot="0">
            <a:off x="8775349" y="8410930"/>
            <a:ext cx="3632871" cy="0"/>
          </a:xfrm>
          <a:prstGeom prst="line">
            <a:avLst/>
          </a:prstGeom>
          <a:ln cap="flat" w="19050">
            <a:solidFill>
              <a:srgbClr val="4A44BD"/>
            </a:solidFill>
            <a:prstDash val="lgDash"/>
            <a:headEnd type="none" len="sm" w="sm"/>
            <a:tailEnd type="none" len="sm" w="sm"/>
          </a:ln>
        </p:spPr>
      </p:sp>
      <p:sp>
        <p:nvSpPr>
          <p:cNvPr name="AutoShape 43" id="43"/>
          <p:cNvSpPr/>
          <p:nvPr/>
        </p:nvSpPr>
        <p:spPr>
          <a:xfrm rot="0">
            <a:off x="13064878" y="8410930"/>
            <a:ext cx="3615957" cy="0"/>
          </a:xfrm>
          <a:prstGeom prst="line">
            <a:avLst/>
          </a:prstGeom>
          <a:ln cap="flat" w="19050">
            <a:solidFill>
              <a:srgbClr val="4A44BD"/>
            </a:solidFill>
            <a:prstDash val="lgDash"/>
            <a:headEnd type="oval" len="lg" w="lg"/>
            <a:tailEnd type="oval" len="lg" w="lg"/>
          </a:ln>
        </p:spPr>
      </p:sp>
      <p:sp>
        <p:nvSpPr>
          <p:cNvPr name="AutoShape 44" id="44"/>
          <p:cNvSpPr/>
          <p:nvPr/>
        </p:nvSpPr>
        <p:spPr>
          <a:xfrm rot="0">
            <a:off x="8775349" y="8834270"/>
            <a:ext cx="3632871" cy="0"/>
          </a:xfrm>
          <a:prstGeom prst="line">
            <a:avLst/>
          </a:prstGeom>
          <a:ln cap="flat" w="19050">
            <a:solidFill>
              <a:srgbClr val="4A44BD"/>
            </a:solidFill>
            <a:prstDash val="sysDot"/>
            <a:headEnd type="none" len="sm" w="sm"/>
            <a:tailEnd type="none" len="sm" w="sm"/>
          </a:ln>
        </p:spPr>
      </p:sp>
      <p:sp>
        <p:nvSpPr>
          <p:cNvPr name="AutoShape 45" id="45"/>
          <p:cNvSpPr/>
          <p:nvPr/>
        </p:nvSpPr>
        <p:spPr>
          <a:xfrm rot="0">
            <a:off x="13064878" y="8816845"/>
            <a:ext cx="3615957" cy="0"/>
          </a:xfrm>
          <a:prstGeom prst="line">
            <a:avLst/>
          </a:prstGeom>
          <a:ln cap="flat" w="19050">
            <a:solidFill>
              <a:srgbClr val="4A44BD"/>
            </a:solidFill>
            <a:prstDash val="sysDot"/>
            <a:headEnd type="diamond" len="lg" w="lg"/>
            <a:tailEnd type="diamond" len="lg" w="lg"/>
          </a:ln>
        </p:spPr>
      </p:sp>
      <p:sp>
        <p:nvSpPr>
          <p:cNvPr name="AutoShape 46" id="46"/>
          <p:cNvSpPr/>
          <p:nvPr/>
        </p:nvSpPr>
        <p:spPr>
          <a:xfrm rot="5400000">
            <a:off x="2075692" y="5133975"/>
            <a:ext cx="10287000" cy="0"/>
          </a:xfrm>
          <a:prstGeom prst="line">
            <a:avLst/>
          </a:prstGeom>
          <a:ln cap="flat" w="19050">
            <a:solidFill>
              <a:srgbClr val="E1E1E1"/>
            </a:solidFill>
            <a:prstDash val="solid"/>
            <a:headEnd type="none" len="sm" w="sm"/>
            <a:tailEnd type="none" len="sm" w="sm"/>
          </a:ln>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027673" y="2012810"/>
            <a:ext cx="973741" cy="888760"/>
          </a:xfrm>
          <a:custGeom>
            <a:avLst/>
            <a:gdLst/>
            <a:ahLst/>
            <a:cxnLst/>
            <a:rect r="r" b="b" t="t" l="l"/>
            <a:pathLst>
              <a:path h="888760" w="973741">
                <a:moveTo>
                  <a:pt x="0" y="0"/>
                </a:moveTo>
                <a:lnTo>
                  <a:pt x="973741" y="0"/>
                </a:lnTo>
                <a:lnTo>
                  <a:pt x="973741" y="888760"/>
                </a:lnTo>
                <a:lnTo>
                  <a:pt x="0" y="8887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464920" y="2144776"/>
            <a:ext cx="1072044" cy="664668"/>
          </a:xfrm>
          <a:custGeom>
            <a:avLst/>
            <a:gdLst/>
            <a:ahLst/>
            <a:cxnLst/>
            <a:rect r="r" b="b" t="t" l="l"/>
            <a:pathLst>
              <a:path h="664668" w="1072044">
                <a:moveTo>
                  <a:pt x="0" y="0"/>
                </a:moveTo>
                <a:lnTo>
                  <a:pt x="1072044" y="0"/>
                </a:lnTo>
                <a:lnTo>
                  <a:pt x="1072044" y="664668"/>
                </a:lnTo>
                <a:lnTo>
                  <a:pt x="0" y="6646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973178" y="2079231"/>
            <a:ext cx="1159708" cy="710585"/>
          </a:xfrm>
          <a:custGeom>
            <a:avLst/>
            <a:gdLst/>
            <a:ahLst/>
            <a:cxnLst/>
            <a:rect r="r" b="b" t="t" l="l"/>
            <a:pathLst>
              <a:path h="710585" w="1159708">
                <a:moveTo>
                  <a:pt x="0" y="0"/>
                </a:moveTo>
                <a:lnTo>
                  <a:pt x="1159708" y="0"/>
                </a:lnTo>
                <a:lnTo>
                  <a:pt x="1159708" y="710585"/>
                </a:lnTo>
                <a:lnTo>
                  <a:pt x="0" y="7105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467932" y="2050062"/>
            <a:ext cx="977820" cy="814257"/>
          </a:xfrm>
          <a:custGeom>
            <a:avLst/>
            <a:gdLst/>
            <a:ahLst/>
            <a:cxnLst/>
            <a:rect r="r" b="b" t="t" l="l"/>
            <a:pathLst>
              <a:path h="814257" w="977820">
                <a:moveTo>
                  <a:pt x="0" y="0"/>
                </a:moveTo>
                <a:lnTo>
                  <a:pt x="977820" y="0"/>
                </a:lnTo>
                <a:lnTo>
                  <a:pt x="977820" y="814257"/>
                </a:lnTo>
                <a:lnTo>
                  <a:pt x="0" y="8142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9965743" y="3685698"/>
            <a:ext cx="1097600" cy="818211"/>
          </a:xfrm>
          <a:custGeom>
            <a:avLst/>
            <a:gdLst/>
            <a:ahLst/>
            <a:cxnLst/>
            <a:rect r="r" b="b" t="t" l="l"/>
            <a:pathLst>
              <a:path h="818211" w="1097600">
                <a:moveTo>
                  <a:pt x="0" y="0"/>
                </a:moveTo>
                <a:lnTo>
                  <a:pt x="1097600" y="0"/>
                </a:lnTo>
                <a:lnTo>
                  <a:pt x="1097600" y="818211"/>
                </a:lnTo>
                <a:lnTo>
                  <a:pt x="0" y="8182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1464920" y="3685698"/>
            <a:ext cx="1072044" cy="843991"/>
          </a:xfrm>
          <a:custGeom>
            <a:avLst/>
            <a:gdLst/>
            <a:ahLst/>
            <a:cxnLst/>
            <a:rect r="r" b="b" t="t" l="l"/>
            <a:pathLst>
              <a:path h="843991" w="1072044">
                <a:moveTo>
                  <a:pt x="0" y="0"/>
                </a:moveTo>
                <a:lnTo>
                  <a:pt x="1072044" y="0"/>
                </a:lnTo>
                <a:lnTo>
                  <a:pt x="1072044" y="843992"/>
                </a:lnTo>
                <a:lnTo>
                  <a:pt x="0" y="84399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3300602" y="3685698"/>
            <a:ext cx="504860" cy="843991"/>
          </a:xfrm>
          <a:custGeom>
            <a:avLst/>
            <a:gdLst/>
            <a:ahLst/>
            <a:cxnLst/>
            <a:rect r="r" b="b" t="t" l="l"/>
            <a:pathLst>
              <a:path h="843991" w="504860">
                <a:moveTo>
                  <a:pt x="0" y="0"/>
                </a:moveTo>
                <a:lnTo>
                  <a:pt x="504860" y="0"/>
                </a:lnTo>
                <a:lnTo>
                  <a:pt x="504860" y="843992"/>
                </a:lnTo>
                <a:lnTo>
                  <a:pt x="0" y="84399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14690601" y="3790504"/>
            <a:ext cx="532482" cy="843991"/>
          </a:xfrm>
          <a:custGeom>
            <a:avLst/>
            <a:gdLst/>
            <a:ahLst/>
            <a:cxnLst/>
            <a:rect r="r" b="b" t="t" l="l"/>
            <a:pathLst>
              <a:path h="843991" w="532482">
                <a:moveTo>
                  <a:pt x="0" y="0"/>
                </a:moveTo>
                <a:lnTo>
                  <a:pt x="532482" y="0"/>
                </a:lnTo>
                <a:lnTo>
                  <a:pt x="532482" y="843991"/>
                </a:lnTo>
                <a:lnTo>
                  <a:pt x="0" y="84399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0">
            <a:off x="10109841" y="5341027"/>
            <a:ext cx="809405" cy="921683"/>
          </a:xfrm>
          <a:custGeom>
            <a:avLst/>
            <a:gdLst/>
            <a:ahLst/>
            <a:cxnLst/>
            <a:rect r="r" b="b" t="t" l="l"/>
            <a:pathLst>
              <a:path h="921683" w="809405">
                <a:moveTo>
                  <a:pt x="0" y="0"/>
                </a:moveTo>
                <a:lnTo>
                  <a:pt x="809405" y="0"/>
                </a:lnTo>
                <a:lnTo>
                  <a:pt x="809405" y="921683"/>
                </a:lnTo>
                <a:lnTo>
                  <a:pt x="0" y="921683"/>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0">
            <a:off x="11561266" y="5429473"/>
            <a:ext cx="879352" cy="879352"/>
          </a:xfrm>
          <a:custGeom>
            <a:avLst/>
            <a:gdLst/>
            <a:ahLst/>
            <a:cxnLst/>
            <a:rect r="r" b="b" t="t" l="l"/>
            <a:pathLst>
              <a:path h="879352" w="879352">
                <a:moveTo>
                  <a:pt x="0" y="0"/>
                </a:moveTo>
                <a:lnTo>
                  <a:pt x="879352" y="0"/>
                </a:lnTo>
                <a:lnTo>
                  <a:pt x="879352" y="879353"/>
                </a:lnTo>
                <a:lnTo>
                  <a:pt x="0" y="879353"/>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2" id="12"/>
          <p:cNvSpPr/>
          <p:nvPr/>
        </p:nvSpPr>
        <p:spPr>
          <a:xfrm flipH="false" flipV="false" rot="0">
            <a:off x="13035125" y="5383358"/>
            <a:ext cx="1035815" cy="890801"/>
          </a:xfrm>
          <a:custGeom>
            <a:avLst/>
            <a:gdLst/>
            <a:ahLst/>
            <a:cxnLst/>
            <a:rect r="r" b="b" t="t" l="l"/>
            <a:pathLst>
              <a:path h="890801" w="1035815">
                <a:moveTo>
                  <a:pt x="0" y="0"/>
                </a:moveTo>
                <a:lnTo>
                  <a:pt x="1035815" y="0"/>
                </a:lnTo>
                <a:lnTo>
                  <a:pt x="1035815" y="890800"/>
                </a:lnTo>
                <a:lnTo>
                  <a:pt x="0" y="890800"/>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3" id="13"/>
          <p:cNvSpPr/>
          <p:nvPr/>
        </p:nvSpPr>
        <p:spPr>
          <a:xfrm flipH="false" flipV="false" rot="0">
            <a:off x="14489274" y="5560717"/>
            <a:ext cx="935135" cy="748108"/>
          </a:xfrm>
          <a:custGeom>
            <a:avLst/>
            <a:gdLst/>
            <a:ahLst/>
            <a:cxnLst/>
            <a:rect r="r" b="b" t="t" l="l"/>
            <a:pathLst>
              <a:path h="748108" w="935135">
                <a:moveTo>
                  <a:pt x="0" y="0"/>
                </a:moveTo>
                <a:lnTo>
                  <a:pt x="935135" y="0"/>
                </a:lnTo>
                <a:lnTo>
                  <a:pt x="935135" y="748109"/>
                </a:lnTo>
                <a:lnTo>
                  <a:pt x="0" y="748109"/>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14" id="14"/>
          <p:cNvSpPr/>
          <p:nvPr/>
        </p:nvSpPr>
        <p:spPr>
          <a:xfrm flipH="false" flipV="false" rot="0">
            <a:off x="15879497" y="5578548"/>
            <a:ext cx="1022520" cy="1057116"/>
          </a:xfrm>
          <a:custGeom>
            <a:avLst/>
            <a:gdLst/>
            <a:ahLst/>
            <a:cxnLst/>
            <a:rect r="r" b="b" t="t" l="l"/>
            <a:pathLst>
              <a:path h="1057116" w="1022520">
                <a:moveTo>
                  <a:pt x="0" y="0"/>
                </a:moveTo>
                <a:lnTo>
                  <a:pt x="1022520" y="0"/>
                </a:lnTo>
                <a:lnTo>
                  <a:pt x="1022520" y="1057116"/>
                </a:lnTo>
                <a:lnTo>
                  <a:pt x="0" y="1057116"/>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15" id="15"/>
          <p:cNvSpPr/>
          <p:nvPr/>
        </p:nvSpPr>
        <p:spPr>
          <a:xfrm flipH="false" flipV="false" rot="0">
            <a:off x="10066017" y="7297988"/>
            <a:ext cx="897053" cy="897053"/>
          </a:xfrm>
          <a:custGeom>
            <a:avLst/>
            <a:gdLst/>
            <a:ahLst/>
            <a:cxnLst/>
            <a:rect r="r" b="b" t="t" l="l"/>
            <a:pathLst>
              <a:path h="897053" w="897053">
                <a:moveTo>
                  <a:pt x="0" y="0"/>
                </a:moveTo>
                <a:lnTo>
                  <a:pt x="897053" y="0"/>
                </a:lnTo>
                <a:lnTo>
                  <a:pt x="897053" y="897053"/>
                </a:lnTo>
                <a:lnTo>
                  <a:pt x="0" y="897053"/>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16" id="16"/>
          <p:cNvSpPr/>
          <p:nvPr/>
        </p:nvSpPr>
        <p:spPr>
          <a:xfrm flipH="false" flipV="false" rot="0">
            <a:off x="11515458" y="7232958"/>
            <a:ext cx="970968" cy="962141"/>
          </a:xfrm>
          <a:custGeom>
            <a:avLst/>
            <a:gdLst/>
            <a:ahLst/>
            <a:cxnLst/>
            <a:rect r="r" b="b" t="t" l="l"/>
            <a:pathLst>
              <a:path h="962141" w="970968">
                <a:moveTo>
                  <a:pt x="0" y="0"/>
                </a:moveTo>
                <a:lnTo>
                  <a:pt x="970968" y="0"/>
                </a:lnTo>
                <a:lnTo>
                  <a:pt x="970968" y="962141"/>
                </a:lnTo>
                <a:lnTo>
                  <a:pt x="0" y="962141"/>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17" id="17"/>
          <p:cNvSpPr/>
          <p:nvPr/>
        </p:nvSpPr>
        <p:spPr>
          <a:xfrm flipH="false" flipV="false" rot="0">
            <a:off x="12984327" y="7259690"/>
            <a:ext cx="1137410" cy="878907"/>
          </a:xfrm>
          <a:custGeom>
            <a:avLst/>
            <a:gdLst/>
            <a:ahLst/>
            <a:cxnLst/>
            <a:rect r="r" b="b" t="t" l="l"/>
            <a:pathLst>
              <a:path h="878907" w="1137410">
                <a:moveTo>
                  <a:pt x="0" y="0"/>
                </a:moveTo>
                <a:lnTo>
                  <a:pt x="1137410" y="0"/>
                </a:lnTo>
                <a:lnTo>
                  <a:pt x="1137410" y="878908"/>
                </a:lnTo>
                <a:lnTo>
                  <a:pt x="0" y="878908"/>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18" id="18"/>
          <p:cNvSpPr/>
          <p:nvPr/>
        </p:nvSpPr>
        <p:spPr>
          <a:xfrm flipH="false" flipV="false" rot="0">
            <a:off x="14416465" y="7203979"/>
            <a:ext cx="1080753" cy="1080753"/>
          </a:xfrm>
          <a:custGeom>
            <a:avLst/>
            <a:gdLst/>
            <a:ahLst/>
            <a:cxnLst/>
            <a:rect r="r" b="b" t="t" l="l"/>
            <a:pathLst>
              <a:path h="1080753" w="1080753">
                <a:moveTo>
                  <a:pt x="0" y="0"/>
                </a:moveTo>
                <a:lnTo>
                  <a:pt x="1080753" y="0"/>
                </a:lnTo>
                <a:lnTo>
                  <a:pt x="1080753" y="1080753"/>
                </a:lnTo>
                <a:lnTo>
                  <a:pt x="0" y="1080753"/>
                </a:lnTo>
                <a:lnTo>
                  <a:pt x="0"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sp>
        <p:nvSpPr>
          <p:cNvPr name="Freeform 19" id="19"/>
          <p:cNvSpPr/>
          <p:nvPr/>
        </p:nvSpPr>
        <p:spPr>
          <a:xfrm flipH="false" flipV="false" rot="0">
            <a:off x="15863956" y="3685698"/>
            <a:ext cx="1053602" cy="1053602"/>
          </a:xfrm>
          <a:custGeom>
            <a:avLst/>
            <a:gdLst/>
            <a:ahLst/>
            <a:cxnLst/>
            <a:rect r="r" b="b" t="t" l="l"/>
            <a:pathLst>
              <a:path h="1053602" w="1053602">
                <a:moveTo>
                  <a:pt x="0" y="0"/>
                </a:moveTo>
                <a:lnTo>
                  <a:pt x="1053602" y="0"/>
                </a:lnTo>
                <a:lnTo>
                  <a:pt x="1053602" y="1053602"/>
                </a:lnTo>
                <a:lnTo>
                  <a:pt x="0" y="1053602"/>
                </a:lnTo>
                <a:lnTo>
                  <a:pt x="0" y="0"/>
                </a:lnTo>
                <a:close/>
              </a:path>
            </a:pathLst>
          </a:custGeom>
          <a:blipFill>
            <a:blip r:embed="rId36">
              <a:extLst>
                <a:ext uri="{96DAC541-7B7A-43D3-8B79-37D633B846F1}">
                  <asvg:svgBlip xmlns:asvg="http://schemas.microsoft.com/office/drawing/2016/SVG/main" r:embed="rId37"/>
                </a:ext>
              </a:extLst>
            </a:blip>
            <a:stretch>
              <a:fillRect l="0" t="0" r="0" b="0"/>
            </a:stretch>
          </a:blipFill>
        </p:spPr>
      </p:sp>
      <p:sp>
        <p:nvSpPr>
          <p:cNvPr name="Freeform 20" id="20"/>
          <p:cNvSpPr/>
          <p:nvPr/>
        </p:nvSpPr>
        <p:spPr>
          <a:xfrm flipH="false" flipV="false" rot="0">
            <a:off x="15790591" y="7113863"/>
            <a:ext cx="1200331" cy="1200331"/>
          </a:xfrm>
          <a:custGeom>
            <a:avLst/>
            <a:gdLst/>
            <a:ahLst/>
            <a:cxnLst/>
            <a:rect r="r" b="b" t="t" l="l"/>
            <a:pathLst>
              <a:path h="1200331" w="1200331">
                <a:moveTo>
                  <a:pt x="0" y="0"/>
                </a:moveTo>
                <a:lnTo>
                  <a:pt x="1200331" y="0"/>
                </a:lnTo>
                <a:lnTo>
                  <a:pt x="1200331" y="1200331"/>
                </a:lnTo>
                <a:lnTo>
                  <a:pt x="0" y="1200331"/>
                </a:lnTo>
                <a:lnTo>
                  <a:pt x="0" y="0"/>
                </a:lnTo>
                <a:close/>
              </a:path>
            </a:pathLst>
          </a:custGeom>
          <a:blipFill>
            <a:blip r:embed="rId38">
              <a:extLst>
                <a:ext uri="{96DAC541-7B7A-43D3-8B79-37D633B846F1}">
                  <asvg:svgBlip xmlns:asvg="http://schemas.microsoft.com/office/drawing/2016/SVG/main" r:embed="rId39"/>
                </a:ext>
              </a:extLst>
            </a:blip>
            <a:stretch>
              <a:fillRect l="0" t="0" r="0" b="0"/>
            </a:stretch>
          </a:blipFill>
        </p:spPr>
      </p:sp>
      <p:sp>
        <p:nvSpPr>
          <p:cNvPr name="Freeform 21" id="21"/>
          <p:cNvSpPr/>
          <p:nvPr/>
        </p:nvSpPr>
        <p:spPr>
          <a:xfrm flipH="false" flipV="false" rot="0">
            <a:off x="15886453" y="1972806"/>
            <a:ext cx="1008608" cy="1008608"/>
          </a:xfrm>
          <a:custGeom>
            <a:avLst/>
            <a:gdLst/>
            <a:ahLst/>
            <a:cxnLst/>
            <a:rect r="r" b="b" t="t" l="l"/>
            <a:pathLst>
              <a:path h="1008608" w="1008608">
                <a:moveTo>
                  <a:pt x="0" y="0"/>
                </a:moveTo>
                <a:lnTo>
                  <a:pt x="1008608" y="0"/>
                </a:lnTo>
                <a:lnTo>
                  <a:pt x="1008608" y="1008608"/>
                </a:lnTo>
                <a:lnTo>
                  <a:pt x="0" y="1008608"/>
                </a:lnTo>
                <a:lnTo>
                  <a:pt x="0" y="0"/>
                </a:lnTo>
                <a:close/>
              </a:path>
            </a:pathLst>
          </a:custGeom>
          <a:blipFill>
            <a:blip r:embed="rId40">
              <a:extLst>
                <a:ext uri="{96DAC541-7B7A-43D3-8B79-37D633B846F1}">
                  <asvg:svgBlip xmlns:asvg="http://schemas.microsoft.com/office/drawing/2016/SVG/main" r:embed="rId41"/>
                </a:ext>
              </a:extLst>
            </a:blip>
            <a:stretch>
              <a:fillRect l="0" t="0" r="0" b="0"/>
            </a:stretch>
          </a:blipFill>
        </p:spPr>
      </p:sp>
      <p:sp>
        <p:nvSpPr>
          <p:cNvPr name="Freeform 22" id="22"/>
          <p:cNvSpPr/>
          <p:nvPr/>
        </p:nvSpPr>
        <p:spPr>
          <a:xfrm flipH="false" flipV="false" rot="0">
            <a:off x="8653147" y="2012810"/>
            <a:ext cx="691814" cy="731727"/>
          </a:xfrm>
          <a:custGeom>
            <a:avLst/>
            <a:gdLst/>
            <a:ahLst/>
            <a:cxnLst/>
            <a:rect r="r" b="b" t="t" l="l"/>
            <a:pathLst>
              <a:path h="731727" w="691814">
                <a:moveTo>
                  <a:pt x="0" y="0"/>
                </a:moveTo>
                <a:lnTo>
                  <a:pt x="691814" y="0"/>
                </a:lnTo>
                <a:lnTo>
                  <a:pt x="691814" y="731727"/>
                </a:lnTo>
                <a:lnTo>
                  <a:pt x="0" y="731727"/>
                </a:lnTo>
                <a:lnTo>
                  <a:pt x="0" y="0"/>
                </a:lnTo>
                <a:close/>
              </a:path>
            </a:pathLst>
          </a:custGeom>
          <a:blipFill>
            <a:blip r:embed="rId42">
              <a:extLst>
                <a:ext uri="{96DAC541-7B7A-43D3-8B79-37D633B846F1}">
                  <asvg:svgBlip xmlns:asvg="http://schemas.microsoft.com/office/drawing/2016/SVG/main" r:embed="rId43"/>
                </a:ext>
              </a:extLst>
            </a:blip>
            <a:stretch>
              <a:fillRect l="0" t="0" r="0" b="0"/>
            </a:stretch>
          </a:blipFill>
        </p:spPr>
      </p:sp>
      <p:sp>
        <p:nvSpPr>
          <p:cNvPr name="Freeform 23" id="23"/>
          <p:cNvSpPr/>
          <p:nvPr/>
        </p:nvSpPr>
        <p:spPr>
          <a:xfrm flipH="false" flipV="false" rot="0">
            <a:off x="8653147" y="3685698"/>
            <a:ext cx="890032" cy="857667"/>
          </a:xfrm>
          <a:custGeom>
            <a:avLst/>
            <a:gdLst/>
            <a:ahLst/>
            <a:cxnLst/>
            <a:rect r="r" b="b" t="t" l="l"/>
            <a:pathLst>
              <a:path h="857667" w="890032">
                <a:moveTo>
                  <a:pt x="0" y="0"/>
                </a:moveTo>
                <a:lnTo>
                  <a:pt x="890032" y="0"/>
                </a:lnTo>
                <a:lnTo>
                  <a:pt x="890032" y="857668"/>
                </a:lnTo>
                <a:lnTo>
                  <a:pt x="0" y="857668"/>
                </a:lnTo>
                <a:lnTo>
                  <a:pt x="0" y="0"/>
                </a:lnTo>
                <a:close/>
              </a:path>
            </a:pathLst>
          </a:custGeom>
          <a:blipFill>
            <a:blip r:embed="rId44">
              <a:extLst>
                <a:ext uri="{96DAC541-7B7A-43D3-8B79-37D633B846F1}">
                  <asvg:svgBlip xmlns:asvg="http://schemas.microsoft.com/office/drawing/2016/SVG/main" r:embed="rId45"/>
                </a:ext>
              </a:extLst>
            </a:blip>
            <a:stretch>
              <a:fillRect l="0" t="0" r="0" b="0"/>
            </a:stretch>
          </a:blipFill>
        </p:spPr>
      </p:sp>
      <p:sp>
        <p:nvSpPr>
          <p:cNvPr name="Freeform 24" id="24"/>
          <p:cNvSpPr/>
          <p:nvPr/>
        </p:nvSpPr>
        <p:spPr>
          <a:xfrm flipH="false" flipV="false" rot="0">
            <a:off x="8639187" y="5427871"/>
            <a:ext cx="917951" cy="1013802"/>
          </a:xfrm>
          <a:custGeom>
            <a:avLst/>
            <a:gdLst/>
            <a:ahLst/>
            <a:cxnLst/>
            <a:rect r="r" b="b" t="t" l="l"/>
            <a:pathLst>
              <a:path h="1013802" w="917951">
                <a:moveTo>
                  <a:pt x="0" y="0"/>
                </a:moveTo>
                <a:lnTo>
                  <a:pt x="917952" y="0"/>
                </a:lnTo>
                <a:lnTo>
                  <a:pt x="917952" y="1013801"/>
                </a:lnTo>
                <a:lnTo>
                  <a:pt x="0" y="1013801"/>
                </a:lnTo>
                <a:lnTo>
                  <a:pt x="0" y="0"/>
                </a:lnTo>
                <a:close/>
              </a:path>
            </a:pathLst>
          </a:custGeom>
          <a:blipFill>
            <a:blip r:embed="rId46">
              <a:extLst>
                <a:ext uri="{96DAC541-7B7A-43D3-8B79-37D633B846F1}">
                  <asvg:svgBlip xmlns:asvg="http://schemas.microsoft.com/office/drawing/2016/SVG/main" r:embed="rId47"/>
                </a:ext>
              </a:extLst>
            </a:blip>
            <a:stretch>
              <a:fillRect l="0" t="0" r="0" b="0"/>
            </a:stretch>
          </a:blipFill>
        </p:spPr>
      </p:sp>
      <p:sp>
        <p:nvSpPr>
          <p:cNvPr name="Freeform 25" id="25"/>
          <p:cNvSpPr/>
          <p:nvPr/>
        </p:nvSpPr>
        <p:spPr>
          <a:xfrm flipH="false" flipV="false" rot="0">
            <a:off x="8639187" y="7286227"/>
            <a:ext cx="917951" cy="920574"/>
          </a:xfrm>
          <a:custGeom>
            <a:avLst/>
            <a:gdLst/>
            <a:ahLst/>
            <a:cxnLst/>
            <a:rect r="r" b="b" t="t" l="l"/>
            <a:pathLst>
              <a:path h="920574" w="917951">
                <a:moveTo>
                  <a:pt x="0" y="0"/>
                </a:moveTo>
                <a:lnTo>
                  <a:pt x="917952" y="0"/>
                </a:lnTo>
                <a:lnTo>
                  <a:pt x="917952" y="920574"/>
                </a:lnTo>
                <a:lnTo>
                  <a:pt x="0" y="920574"/>
                </a:lnTo>
                <a:lnTo>
                  <a:pt x="0" y="0"/>
                </a:lnTo>
                <a:close/>
              </a:path>
            </a:pathLst>
          </a:custGeom>
          <a:blipFill>
            <a:blip r:embed="rId48">
              <a:extLst>
                <a:ext uri="{96DAC541-7B7A-43D3-8B79-37D633B846F1}">
                  <asvg:svgBlip xmlns:asvg="http://schemas.microsoft.com/office/drawing/2016/SVG/main" r:embed="rId49"/>
                </a:ext>
              </a:extLst>
            </a:blip>
            <a:stretch>
              <a:fillRect l="0" t="0" r="0" b="0"/>
            </a:stretch>
          </a:blipFill>
        </p:spPr>
      </p:sp>
      <p:sp>
        <p:nvSpPr>
          <p:cNvPr name="AutoShape 26" id="26"/>
          <p:cNvSpPr/>
          <p:nvPr/>
        </p:nvSpPr>
        <p:spPr>
          <a:xfrm rot="5400000">
            <a:off x="2075692" y="5133975"/>
            <a:ext cx="10287000" cy="0"/>
          </a:xfrm>
          <a:prstGeom prst="line">
            <a:avLst/>
          </a:prstGeom>
          <a:ln cap="flat" w="19050">
            <a:solidFill>
              <a:srgbClr val="E1E1E1"/>
            </a:solidFill>
            <a:prstDash val="solid"/>
            <a:headEnd type="none" len="sm" w="sm"/>
            <a:tailEnd type="none" len="sm" w="sm"/>
          </a:ln>
        </p:spPr>
      </p:sp>
      <p:sp>
        <p:nvSpPr>
          <p:cNvPr name="TextBox 27" id="27"/>
          <p:cNvSpPr txBox="true"/>
          <p:nvPr/>
        </p:nvSpPr>
        <p:spPr>
          <a:xfrm rot="0">
            <a:off x="1028700" y="1095375"/>
            <a:ext cx="5093052" cy="2124075"/>
          </a:xfrm>
          <a:prstGeom prst="rect">
            <a:avLst/>
          </a:prstGeom>
        </p:spPr>
        <p:txBody>
          <a:bodyPr anchor="t" rtlCol="false" tIns="0" lIns="0" bIns="0" rIns="0">
            <a:spAutoFit/>
          </a:bodyPr>
          <a:lstStyle/>
          <a:p>
            <a:pPr algn="l" marL="0" indent="0" lvl="0">
              <a:lnSpc>
                <a:spcPts val="8250"/>
              </a:lnSpc>
            </a:pPr>
            <a:r>
              <a:rPr lang="en-US" b="true" sz="7500" spc="-150">
                <a:solidFill>
                  <a:srgbClr val="4A44BD"/>
                </a:solidFill>
                <a:latin typeface="Be Vietnam Ultra-Bold"/>
                <a:ea typeface="Be Vietnam Ultra-Bold"/>
                <a:cs typeface="Be Vietnam Ultra-Bold"/>
                <a:sym typeface="Be Vietnam Ultra-Bold"/>
              </a:rPr>
              <a:t>Trang</a:t>
            </a:r>
          </a:p>
          <a:p>
            <a:pPr algn="l" marL="0" indent="0" lvl="0">
              <a:lnSpc>
                <a:spcPts val="8250"/>
              </a:lnSpc>
            </a:pPr>
            <a:r>
              <a:rPr lang="en-US" b="true" sz="7500" spc="-150">
                <a:solidFill>
                  <a:srgbClr val="4A44BD"/>
                </a:solidFill>
                <a:latin typeface="Be Vietnam Ultra-Bold"/>
                <a:ea typeface="Be Vietnam Ultra-Bold"/>
                <a:cs typeface="Be Vietnam Ultra-Bold"/>
                <a:sym typeface="Be Vietnam Ultra-Bold"/>
              </a:rPr>
              <a:t>tài nguyên</a:t>
            </a:r>
          </a:p>
        </p:txBody>
      </p:sp>
      <p:sp>
        <p:nvSpPr>
          <p:cNvPr name="TextBox 28" id="28"/>
          <p:cNvSpPr txBox="true"/>
          <p:nvPr/>
        </p:nvSpPr>
        <p:spPr>
          <a:xfrm rot="0">
            <a:off x="1028700" y="6542405"/>
            <a:ext cx="5093052" cy="2715895"/>
          </a:xfrm>
          <a:prstGeom prst="rect">
            <a:avLst/>
          </a:prstGeom>
        </p:spPr>
        <p:txBody>
          <a:bodyPr anchor="t" rtlCol="false" tIns="0" lIns="0" bIns="0" rIns="0">
            <a:spAutoFit/>
          </a:bodyPr>
          <a:lstStyle/>
          <a:p>
            <a:pPr algn="l">
              <a:lnSpc>
                <a:spcPts val="3080"/>
              </a:lnSpc>
            </a:pPr>
            <a:r>
              <a:rPr lang="en-US" sz="2200">
                <a:solidFill>
                  <a:srgbClr val="000000"/>
                </a:solidFill>
                <a:latin typeface="Open Sans"/>
                <a:ea typeface="Open Sans"/>
                <a:cs typeface="Open Sans"/>
                <a:sym typeface="Open Sans"/>
              </a:rPr>
              <a:t>Hãy sử dụng những nguồn tài nguyên thiết kế này trong bài thuyết trình Canva của bạn. Chúc bạn thiết kế</a:t>
            </a:r>
          </a:p>
          <a:p>
            <a:pPr algn="l">
              <a:lnSpc>
                <a:spcPts val="3080"/>
              </a:lnSpc>
            </a:pPr>
            <a:r>
              <a:rPr lang="en-US" sz="2200">
                <a:solidFill>
                  <a:srgbClr val="000000"/>
                </a:solidFill>
                <a:latin typeface="Open Sans"/>
                <a:ea typeface="Open Sans"/>
                <a:cs typeface="Open Sans"/>
                <a:sym typeface="Open Sans"/>
              </a:rPr>
              <a:t>vui vẻ!</a:t>
            </a:r>
          </a:p>
          <a:p>
            <a:pPr algn="l">
              <a:lnSpc>
                <a:spcPts val="3080"/>
              </a:lnSpc>
            </a:pPr>
          </a:p>
          <a:p>
            <a:pPr algn="l">
              <a:lnSpc>
                <a:spcPts val="3080"/>
              </a:lnSpc>
            </a:pPr>
            <a:r>
              <a:rPr lang="en-US" sz="2200">
                <a:solidFill>
                  <a:srgbClr val="000000"/>
                </a:solidFill>
                <a:latin typeface="Open Sans"/>
                <a:ea typeface="Open Sans"/>
                <a:cs typeface="Open Sans"/>
                <a:sym typeface="Open Sans"/>
              </a:rPr>
              <a:t>Xóa hoặc ẩn trang này</a:t>
            </a:r>
          </a:p>
          <a:p>
            <a:pPr algn="l">
              <a:lnSpc>
                <a:spcPts val="3080"/>
              </a:lnSpc>
            </a:pPr>
            <a:r>
              <a:rPr lang="en-US" sz="2200">
                <a:solidFill>
                  <a:srgbClr val="000000"/>
                </a:solidFill>
                <a:latin typeface="Open Sans"/>
                <a:ea typeface="Open Sans"/>
                <a:cs typeface="Open Sans"/>
                <a:sym typeface="Open Sans"/>
              </a:rPr>
              <a:t>trước khi thuyết trình.</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095375"/>
            <a:ext cx="5093052" cy="2124075"/>
          </a:xfrm>
          <a:prstGeom prst="rect">
            <a:avLst/>
          </a:prstGeom>
        </p:spPr>
        <p:txBody>
          <a:bodyPr anchor="t" rtlCol="false" tIns="0" lIns="0" bIns="0" rIns="0">
            <a:spAutoFit/>
          </a:bodyPr>
          <a:lstStyle/>
          <a:p>
            <a:pPr algn="l" marL="0" indent="0" lvl="0">
              <a:lnSpc>
                <a:spcPts val="8250"/>
              </a:lnSpc>
            </a:pPr>
            <a:r>
              <a:rPr lang="en-US" b="true" sz="7500" spc="-150">
                <a:solidFill>
                  <a:srgbClr val="4A44BD"/>
                </a:solidFill>
                <a:latin typeface="Be Vietnam Ultra-Bold"/>
                <a:ea typeface="Be Vietnam Ultra-Bold"/>
                <a:cs typeface="Be Vietnam Ultra-Bold"/>
                <a:sym typeface="Be Vietnam Ultra-Bold"/>
              </a:rPr>
              <a:t>Trang</a:t>
            </a:r>
          </a:p>
          <a:p>
            <a:pPr algn="l" marL="0" indent="0" lvl="0">
              <a:lnSpc>
                <a:spcPts val="8250"/>
              </a:lnSpc>
            </a:pPr>
            <a:r>
              <a:rPr lang="en-US" b="true" sz="7500" spc="-150">
                <a:solidFill>
                  <a:srgbClr val="4A44BD"/>
                </a:solidFill>
                <a:latin typeface="Be Vietnam Ultra-Bold"/>
                <a:ea typeface="Be Vietnam Ultra-Bold"/>
                <a:cs typeface="Be Vietnam Ultra-Bold"/>
                <a:sym typeface="Be Vietnam Ultra-Bold"/>
              </a:rPr>
              <a:t>tài nguyên</a:t>
            </a:r>
          </a:p>
        </p:txBody>
      </p:sp>
      <p:sp>
        <p:nvSpPr>
          <p:cNvPr name="TextBox 3" id="3"/>
          <p:cNvSpPr txBox="true"/>
          <p:nvPr/>
        </p:nvSpPr>
        <p:spPr>
          <a:xfrm rot="0">
            <a:off x="1028700" y="6542405"/>
            <a:ext cx="5093052" cy="2715895"/>
          </a:xfrm>
          <a:prstGeom prst="rect">
            <a:avLst/>
          </a:prstGeom>
        </p:spPr>
        <p:txBody>
          <a:bodyPr anchor="t" rtlCol="false" tIns="0" lIns="0" bIns="0" rIns="0">
            <a:spAutoFit/>
          </a:bodyPr>
          <a:lstStyle/>
          <a:p>
            <a:pPr algn="l">
              <a:lnSpc>
                <a:spcPts val="3079"/>
              </a:lnSpc>
            </a:pPr>
            <a:r>
              <a:rPr lang="en-US" sz="2199">
                <a:solidFill>
                  <a:srgbClr val="000000"/>
                </a:solidFill>
                <a:latin typeface="Open Sans"/>
                <a:ea typeface="Open Sans"/>
                <a:cs typeface="Open Sans"/>
                <a:sym typeface="Open Sans"/>
              </a:rPr>
              <a:t>Khám phá sự kỳ diệu và thú vị khi thuyết trình với Bài thuyết trình Canva. Nhấn các phím sau khi đang ở chế độ Thuyết trình!</a:t>
            </a:r>
          </a:p>
          <a:p>
            <a:pPr algn="l">
              <a:lnSpc>
                <a:spcPts val="3079"/>
              </a:lnSpc>
            </a:pPr>
          </a:p>
          <a:p>
            <a:pPr algn="l">
              <a:lnSpc>
                <a:spcPts val="3079"/>
              </a:lnSpc>
            </a:pPr>
            <a:r>
              <a:rPr lang="en-US" sz="2199">
                <a:solidFill>
                  <a:srgbClr val="000000"/>
                </a:solidFill>
                <a:latin typeface="Open Sans"/>
                <a:ea typeface="Open Sans"/>
                <a:cs typeface="Open Sans"/>
                <a:sym typeface="Open Sans"/>
              </a:rPr>
              <a:t>Xóa hoặc ẩn trang này</a:t>
            </a:r>
          </a:p>
          <a:p>
            <a:pPr algn="l">
              <a:lnSpc>
                <a:spcPts val="3079"/>
              </a:lnSpc>
            </a:pPr>
            <a:r>
              <a:rPr lang="en-US" sz="2199">
                <a:solidFill>
                  <a:srgbClr val="000000"/>
                </a:solidFill>
                <a:latin typeface="Open Sans"/>
                <a:ea typeface="Open Sans"/>
                <a:cs typeface="Open Sans"/>
                <a:sym typeface="Open Sans"/>
              </a:rPr>
              <a:t>trước khi thuyết trình.</a:t>
            </a:r>
          </a:p>
        </p:txBody>
      </p:sp>
      <p:grpSp>
        <p:nvGrpSpPr>
          <p:cNvPr name="Group 4" id="4"/>
          <p:cNvGrpSpPr/>
          <p:nvPr/>
        </p:nvGrpSpPr>
        <p:grpSpPr>
          <a:xfrm rot="-5400000">
            <a:off x="8534192" y="1935039"/>
            <a:ext cx="928710" cy="1215561"/>
            <a:chOff x="0" y="0"/>
            <a:chExt cx="4224020" cy="5528695"/>
          </a:xfrm>
        </p:grpSpPr>
        <p:sp>
          <p:nvSpPr>
            <p:cNvPr name="Freeform 5" id="5"/>
            <p:cNvSpPr/>
            <p:nvPr/>
          </p:nvSpPr>
          <p:spPr>
            <a:xfrm flipH="false" flipV="false" rot="0">
              <a:off x="0" y="0"/>
              <a:ext cx="4224020" cy="5528695"/>
            </a:xfrm>
            <a:custGeom>
              <a:avLst/>
              <a:gdLst/>
              <a:ahLst/>
              <a:cxnLst/>
              <a:rect r="r" b="b" t="t" l="l"/>
              <a:pathLst>
                <a:path h="5528695" w="4224020">
                  <a:moveTo>
                    <a:pt x="4224020" y="5528695"/>
                  </a:moveTo>
                  <a:lnTo>
                    <a:pt x="2441575" y="5528695"/>
                  </a:lnTo>
                  <a:cubicBezTo>
                    <a:pt x="1093089" y="5528695"/>
                    <a:pt x="0" y="4435606"/>
                    <a:pt x="0" y="3087120"/>
                  </a:cubicBezTo>
                  <a:lnTo>
                    <a:pt x="0" y="0"/>
                  </a:lnTo>
                  <a:lnTo>
                    <a:pt x="1782445" y="0"/>
                  </a:lnTo>
                  <a:cubicBezTo>
                    <a:pt x="3130931" y="0"/>
                    <a:pt x="4224020" y="1093089"/>
                    <a:pt x="4224020" y="2441575"/>
                  </a:cubicBezTo>
                  <a:lnTo>
                    <a:pt x="4224020" y="5528695"/>
                  </a:lnTo>
                  <a:close/>
                </a:path>
              </a:pathLst>
            </a:custGeom>
            <a:solidFill>
              <a:srgbClr val="C0E4F6"/>
            </a:solidFill>
          </p:spPr>
        </p:sp>
      </p:grpSp>
      <p:sp>
        <p:nvSpPr>
          <p:cNvPr name="TextBox 6" id="6"/>
          <p:cNvSpPr txBox="true"/>
          <p:nvPr/>
        </p:nvSpPr>
        <p:spPr>
          <a:xfrm rot="0">
            <a:off x="8591971" y="2290090"/>
            <a:ext cx="813153" cy="448310"/>
          </a:xfrm>
          <a:prstGeom prst="rect">
            <a:avLst/>
          </a:prstGeom>
        </p:spPr>
        <p:txBody>
          <a:bodyPr anchor="t" rtlCol="false" tIns="0" lIns="0" bIns="0" rIns="0">
            <a:spAutoFit/>
          </a:bodyPr>
          <a:lstStyle/>
          <a:p>
            <a:pPr algn="ctr" marL="0" indent="0" lvl="0">
              <a:lnSpc>
                <a:spcPts val="3639"/>
              </a:lnSpc>
            </a:pPr>
            <a:r>
              <a:rPr lang="en-US" b="true" sz="2599">
                <a:solidFill>
                  <a:srgbClr val="4A44BD"/>
                </a:solidFill>
                <a:latin typeface="Open Sans Bold"/>
                <a:ea typeface="Open Sans Bold"/>
                <a:cs typeface="Open Sans Bold"/>
                <a:sym typeface="Open Sans Bold"/>
              </a:rPr>
              <a:t>B</a:t>
            </a:r>
          </a:p>
        </p:txBody>
      </p:sp>
      <p:sp>
        <p:nvSpPr>
          <p:cNvPr name="TextBox 7" id="7"/>
          <p:cNvSpPr txBox="true"/>
          <p:nvPr/>
        </p:nvSpPr>
        <p:spPr>
          <a:xfrm rot="0">
            <a:off x="9910239" y="2309140"/>
            <a:ext cx="2631283" cy="372745"/>
          </a:xfrm>
          <a:prstGeom prst="rect">
            <a:avLst/>
          </a:prstGeom>
        </p:spPr>
        <p:txBody>
          <a:bodyPr anchor="t" rtlCol="false" tIns="0" lIns="0" bIns="0" rIns="0">
            <a:spAutoFit/>
          </a:bodyPr>
          <a:lstStyle/>
          <a:p>
            <a:pPr algn="l">
              <a:lnSpc>
                <a:spcPts val="3080"/>
              </a:lnSpc>
            </a:pPr>
            <a:r>
              <a:rPr lang="en-US" b="true" sz="2200">
                <a:solidFill>
                  <a:srgbClr val="000000"/>
                </a:solidFill>
                <a:latin typeface="Open Sans Bold"/>
                <a:ea typeface="Open Sans Bold"/>
                <a:cs typeface="Open Sans Bold"/>
                <a:sym typeface="Open Sans Bold"/>
              </a:rPr>
              <a:t>để làm mờ</a:t>
            </a:r>
          </a:p>
        </p:txBody>
      </p:sp>
      <p:grpSp>
        <p:nvGrpSpPr>
          <p:cNvPr name="Group 8" id="8"/>
          <p:cNvGrpSpPr/>
          <p:nvPr/>
        </p:nvGrpSpPr>
        <p:grpSpPr>
          <a:xfrm rot="-5400000">
            <a:off x="8534192" y="3668826"/>
            <a:ext cx="928710" cy="1215561"/>
            <a:chOff x="0" y="0"/>
            <a:chExt cx="4224020" cy="5528695"/>
          </a:xfrm>
        </p:grpSpPr>
        <p:sp>
          <p:nvSpPr>
            <p:cNvPr name="Freeform 9" id="9"/>
            <p:cNvSpPr/>
            <p:nvPr/>
          </p:nvSpPr>
          <p:spPr>
            <a:xfrm flipH="false" flipV="false" rot="0">
              <a:off x="0" y="0"/>
              <a:ext cx="4224020" cy="5528695"/>
            </a:xfrm>
            <a:custGeom>
              <a:avLst/>
              <a:gdLst/>
              <a:ahLst/>
              <a:cxnLst/>
              <a:rect r="r" b="b" t="t" l="l"/>
              <a:pathLst>
                <a:path h="5528695" w="4224020">
                  <a:moveTo>
                    <a:pt x="4224020" y="5528695"/>
                  </a:moveTo>
                  <a:lnTo>
                    <a:pt x="2441575" y="5528695"/>
                  </a:lnTo>
                  <a:cubicBezTo>
                    <a:pt x="1093089" y="5528695"/>
                    <a:pt x="0" y="4435606"/>
                    <a:pt x="0" y="3087120"/>
                  </a:cubicBezTo>
                  <a:lnTo>
                    <a:pt x="0" y="0"/>
                  </a:lnTo>
                  <a:lnTo>
                    <a:pt x="1782445" y="0"/>
                  </a:lnTo>
                  <a:cubicBezTo>
                    <a:pt x="3130931" y="0"/>
                    <a:pt x="4224020" y="1093089"/>
                    <a:pt x="4224020" y="2441575"/>
                  </a:cubicBezTo>
                  <a:lnTo>
                    <a:pt x="4224020" y="5528695"/>
                  </a:lnTo>
                  <a:close/>
                </a:path>
              </a:pathLst>
            </a:custGeom>
            <a:solidFill>
              <a:srgbClr val="C0E4F6"/>
            </a:solidFill>
          </p:spPr>
        </p:sp>
      </p:grpSp>
      <p:sp>
        <p:nvSpPr>
          <p:cNvPr name="TextBox 10" id="10"/>
          <p:cNvSpPr txBox="true"/>
          <p:nvPr/>
        </p:nvSpPr>
        <p:spPr>
          <a:xfrm rot="0">
            <a:off x="8591971" y="4023877"/>
            <a:ext cx="813153" cy="448310"/>
          </a:xfrm>
          <a:prstGeom prst="rect">
            <a:avLst/>
          </a:prstGeom>
        </p:spPr>
        <p:txBody>
          <a:bodyPr anchor="t" rtlCol="false" tIns="0" lIns="0" bIns="0" rIns="0">
            <a:spAutoFit/>
          </a:bodyPr>
          <a:lstStyle/>
          <a:p>
            <a:pPr algn="ctr" marL="0" indent="0" lvl="0">
              <a:lnSpc>
                <a:spcPts val="3639"/>
              </a:lnSpc>
            </a:pPr>
            <a:r>
              <a:rPr lang="en-US" b="true" sz="2599">
                <a:solidFill>
                  <a:srgbClr val="4A44BD"/>
                </a:solidFill>
                <a:latin typeface="Open Sans Bold"/>
                <a:ea typeface="Open Sans Bold"/>
                <a:cs typeface="Open Sans Bold"/>
                <a:sym typeface="Open Sans Bold"/>
              </a:rPr>
              <a:t>D</a:t>
            </a:r>
          </a:p>
        </p:txBody>
      </p:sp>
      <p:sp>
        <p:nvSpPr>
          <p:cNvPr name="TextBox 11" id="11"/>
          <p:cNvSpPr txBox="true"/>
          <p:nvPr/>
        </p:nvSpPr>
        <p:spPr>
          <a:xfrm rot="0">
            <a:off x="9910239" y="4042927"/>
            <a:ext cx="2631283" cy="372745"/>
          </a:xfrm>
          <a:prstGeom prst="rect">
            <a:avLst/>
          </a:prstGeom>
        </p:spPr>
        <p:txBody>
          <a:bodyPr anchor="t" rtlCol="false" tIns="0" lIns="0" bIns="0" rIns="0">
            <a:spAutoFit/>
          </a:bodyPr>
          <a:lstStyle/>
          <a:p>
            <a:pPr algn="l">
              <a:lnSpc>
                <a:spcPts val="3080"/>
              </a:lnSpc>
            </a:pPr>
            <a:r>
              <a:rPr lang="en-US" b="true" sz="2200">
                <a:solidFill>
                  <a:srgbClr val="000000"/>
                </a:solidFill>
                <a:latin typeface="Open Sans Bold"/>
                <a:ea typeface="Open Sans Bold"/>
                <a:cs typeface="Open Sans Bold"/>
                <a:sym typeface="Open Sans Bold"/>
              </a:rPr>
              <a:t>để nổi trống</a:t>
            </a:r>
          </a:p>
        </p:txBody>
      </p:sp>
      <p:grpSp>
        <p:nvGrpSpPr>
          <p:cNvPr name="Group 12" id="12"/>
          <p:cNvGrpSpPr/>
          <p:nvPr/>
        </p:nvGrpSpPr>
        <p:grpSpPr>
          <a:xfrm rot="-5400000">
            <a:off x="8534192" y="5402613"/>
            <a:ext cx="928710" cy="1215561"/>
            <a:chOff x="0" y="0"/>
            <a:chExt cx="4224020" cy="5528695"/>
          </a:xfrm>
        </p:grpSpPr>
        <p:sp>
          <p:nvSpPr>
            <p:cNvPr name="Freeform 13" id="13"/>
            <p:cNvSpPr/>
            <p:nvPr/>
          </p:nvSpPr>
          <p:spPr>
            <a:xfrm flipH="false" flipV="false" rot="0">
              <a:off x="0" y="0"/>
              <a:ext cx="4224020" cy="5528695"/>
            </a:xfrm>
            <a:custGeom>
              <a:avLst/>
              <a:gdLst/>
              <a:ahLst/>
              <a:cxnLst/>
              <a:rect r="r" b="b" t="t" l="l"/>
              <a:pathLst>
                <a:path h="5528695" w="4224020">
                  <a:moveTo>
                    <a:pt x="4224020" y="5528695"/>
                  </a:moveTo>
                  <a:lnTo>
                    <a:pt x="2441575" y="5528695"/>
                  </a:lnTo>
                  <a:cubicBezTo>
                    <a:pt x="1093089" y="5528695"/>
                    <a:pt x="0" y="4435606"/>
                    <a:pt x="0" y="3087120"/>
                  </a:cubicBezTo>
                  <a:lnTo>
                    <a:pt x="0" y="0"/>
                  </a:lnTo>
                  <a:lnTo>
                    <a:pt x="1782445" y="0"/>
                  </a:lnTo>
                  <a:cubicBezTo>
                    <a:pt x="3130931" y="0"/>
                    <a:pt x="4224020" y="1093089"/>
                    <a:pt x="4224020" y="2441575"/>
                  </a:cubicBezTo>
                  <a:lnTo>
                    <a:pt x="4224020" y="5528695"/>
                  </a:lnTo>
                  <a:close/>
                </a:path>
              </a:pathLst>
            </a:custGeom>
            <a:solidFill>
              <a:srgbClr val="C0E4F6"/>
            </a:solidFill>
          </p:spPr>
        </p:sp>
      </p:grpSp>
      <p:sp>
        <p:nvSpPr>
          <p:cNvPr name="TextBox 14" id="14"/>
          <p:cNvSpPr txBox="true"/>
          <p:nvPr/>
        </p:nvSpPr>
        <p:spPr>
          <a:xfrm rot="0">
            <a:off x="8591971" y="5757663"/>
            <a:ext cx="813153" cy="448310"/>
          </a:xfrm>
          <a:prstGeom prst="rect">
            <a:avLst/>
          </a:prstGeom>
        </p:spPr>
        <p:txBody>
          <a:bodyPr anchor="t" rtlCol="false" tIns="0" lIns="0" bIns="0" rIns="0">
            <a:spAutoFit/>
          </a:bodyPr>
          <a:lstStyle/>
          <a:p>
            <a:pPr algn="ctr" marL="0" indent="0" lvl="0">
              <a:lnSpc>
                <a:spcPts val="3639"/>
              </a:lnSpc>
            </a:pPr>
            <a:r>
              <a:rPr lang="en-US" b="true" sz="2599">
                <a:solidFill>
                  <a:srgbClr val="4A44BD"/>
                </a:solidFill>
                <a:latin typeface="Open Sans Bold"/>
                <a:ea typeface="Open Sans Bold"/>
                <a:cs typeface="Open Sans Bold"/>
                <a:sym typeface="Open Sans Bold"/>
              </a:rPr>
              <a:t>O</a:t>
            </a:r>
          </a:p>
        </p:txBody>
      </p:sp>
      <p:sp>
        <p:nvSpPr>
          <p:cNvPr name="TextBox 15" id="15"/>
          <p:cNvSpPr txBox="true"/>
          <p:nvPr/>
        </p:nvSpPr>
        <p:spPr>
          <a:xfrm rot="0">
            <a:off x="9910239" y="5776713"/>
            <a:ext cx="2631283" cy="372745"/>
          </a:xfrm>
          <a:prstGeom prst="rect">
            <a:avLst/>
          </a:prstGeom>
        </p:spPr>
        <p:txBody>
          <a:bodyPr anchor="t" rtlCol="false" tIns="0" lIns="0" bIns="0" rIns="0">
            <a:spAutoFit/>
          </a:bodyPr>
          <a:lstStyle/>
          <a:p>
            <a:pPr algn="l">
              <a:lnSpc>
                <a:spcPts val="3080"/>
              </a:lnSpc>
            </a:pPr>
            <a:r>
              <a:rPr lang="en-US" b="true" sz="2200">
                <a:solidFill>
                  <a:srgbClr val="000000"/>
                </a:solidFill>
                <a:latin typeface="Open Sans Bold"/>
                <a:ea typeface="Open Sans Bold"/>
                <a:cs typeface="Open Sans Bold"/>
                <a:sym typeface="Open Sans Bold"/>
              </a:rPr>
              <a:t>để thổi bong bóng</a:t>
            </a:r>
          </a:p>
        </p:txBody>
      </p:sp>
      <p:grpSp>
        <p:nvGrpSpPr>
          <p:cNvPr name="Group 16" id="16"/>
          <p:cNvGrpSpPr/>
          <p:nvPr/>
        </p:nvGrpSpPr>
        <p:grpSpPr>
          <a:xfrm rot="-5400000">
            <a:off x="8534192" y="7136399"/>
            <a:ext cx="928710" cy="1215561"/>
            <a:chOff x="0" y="0"/>
            <a:chExt cx="4224020" cy="5528695"/>
          </a:xfrm>
        </p:grpSpPr>
        <p:sp>
          <p:nvSpPr>
            <p:cNvPr name="Freeform 17" id="17"/>
            <p:cNvSpPr/>
            <p:nvPr/>
          </p:nvSpPr>
          <p:spPr>
            <a:xfrm flipH="false" flipV="false" rot="0">
              <a:off x="0" y="0"/>
              <a:ext cx="4224020" cy="5528695"/>
            </a:xfrm>
            <a:custGeom>
              <a:avLst/>
              <a:gdLst/>
              <a:ahLst/>
              <a:cxnLst/>
              <a:rect r="r" b="b" t="t" l="l"/>
              <a:pathLst>
                <a:path h="5528695" w="4224020">
                  <a:moveTo>
                    <a:pt x="4224020" y="5528695"/>
                  </a:moveTo>
                  <a:lnTo>
                    <a:pt x="2441575" y="5528695"/>
                  </a:lnTo>
                  <a:cubicBezTo>
                    <a:pt x="1093089" y="5528695"/>
                    <a:pt x="0" y="4435606"/>
                    <a:pt x="0" y="3087120"/>
                  </a:cubicBezTo>
                  <a:lnTo>
                    <a:pt x="0" y="0"/>
                  </a:lnTo>
                  <a:lnTo>
                    <a:pt x="1782445" y="0"/>
                  </a:lnTo>
                  <a:cubicBezTo>
                    <a:pt x="3130931" y="0"/>
                    <a:pt x="4224020" y="1093089"/>
                    <a:pt x="4224020" y="2441575"/>
                  </a:cubicBezTo>
                  <a:lnTo>
                    <a:pt x="4224020" y="5528695"/>
                  </a:lnTo>
                  <a:close/>
                </a:path>
              </a:pathLst>
            </a:custGeom>
            <a:solidFill>
              <a:srgbClr val="C0E4F6"/>
            </a:solidFill>
          </p:spPr>
        </p:sp>
      </p:grpSp>
      <p:sp>
        <p:nvSpPr>
          <p:cNvPr name="TextBox 18" id="18"/>
          <p:cNvSpPr txBox="true"/>
          <p:nvPr/>
        </p:nvSpPr>
        <p:spPr>
          <a:xfrm rot="0">
            <a:off x="8591971" y="7491450"/>
            <a:ext cx="813153" cy="448310"/>
          </a:xfrm>
          <a:prstGeom prst="rect">
            <a:avLst/>
          </a:prstGeom>
        </p:spPr>
        <p:txBody>
          <a:bodyPr anchor="t" rtlCol="false" tIns="0" lIns="0" bIns="0" rIns="0">
            <a:spAutoFit/>
          </a:bodyPr>
          <a:lstStyle/>
          <a:p>
            <a:pPr algn="ctr" marL="0" indent="0" lvl="0">
              <a:lnSpc>
                <a:spcPts val="3639"/>
              </a:lnSpc>
            </a:pPr>
            <a:r>
              <a:rPr lang="en-US" b="true" sz="2599">
                <a:solidFill>
                  <a:srgbClr val="4A44BD"/>
                </a:solidFill>
                <a:latin typeface="Open Sans Bold"/>
                <a:ea typeface="Open Sans Bold"/>
                <a:cs typeface="Open Sans Bold"/>
                <a:sym typeface="Open Sans Bold"/>
              </a:rPr>
              <a:t>U</a:t>
            </a:r>
          </a:p>
        </p:txBody>
      </p:sp>
      <p:sp>
        <p:nvSpPr>
          <p:cNvPr name="TextBox 19" id="19"/>
          <p:cNvSpPr txBox="true"/>
          <p:nvPr/>
        </p:nvSpPr>
        <p:spPr>
          <a:xfrm rot="0">
            <a:off x="9910239" y="7510500"/>
            <a:ext cx="2631283" cy="372745"/>
          </a:xfrm>
          <a:prstGeom prst="rect">
            <a:avLst/>
          </a:prstGeom>
        </p:spPr>
        <p:txBody>
          <a:bodyPr anchor="t" rtlCol="false" tIns="0" lIns="0" bIns="0" rIns="0">
            <a:spAutoFit/>
          </a:bodyPr>
          <a:lstStyle/>
          <a:p>
            <a:pPr algn="l">
              <a:lnSpc>
                <a:spcPts val="3080"/>
              </a:lnSpc>
            </a:pPr>
            <a:r>
              <a:rPr lang="en-US" b="true" sz="2200">
                <a:solidFill>
                  <a:srgbClr val="000000"/>
                </a:solidFill>
                <a:latin typeface="Open Sans Bold"/>
                <a:ea typeface="Open Sans Bold"/>
                <a:cs typeface="Open Sans Bold"/>
                <a:sym typeface="Open Sans Bold"/>
              </a:rPr>
              <a:t>để phủ rèm</a:t>
            </a:r>
          </a:p>
        </p:txBody>
      </p:sp>
      <p:grpSp>
        <p:nvGrpSpPr>
          <p:cNvPr name="Group 20" id="20"/>
          <p:cNvGrpSpPr/>
          <p:nvPr/>
        </p:nvGrpSpPr>
        <p:grpSpPr>
          <a:xfrm rot="-5400000">
            <a:off x="13072630" y="1935039"/>
            <a:ext cx="928710" cy="1215561"/>
            <a:chOff x="0" y="0"/>
            <a:chExt cx="4224020" cy="5528695"/>
          </a:xfrm>
        </p:grpSpPr>
        <p:sp>
          <p:nvSpPr>
            <p:cNvPr name="Freeform 21" id="21"/>
            <p:cNvSpPr/>
            <p:nvPr/>
          </p:nvSpPr>
          <p:spPr>
            <a:xfrm flipH="false" flipV="false" rot="0">
              <a:off x="0" y="0"/>
              <a:ext cx="4224020" cy="5528695"/>
            </a:xfrm>
            <a:custGeom>
              <a:avLst/>
              <a:gdLst/>
              <a:ahLst/>
              <a:cxnLst/>
              <a:rect r="r" b="b" t="t" l="l"/>
              <a:pathLst>
                <a:path h="5528695" w="4224020">
                  <a:moveTo>
                    <a:pt x="4224020" y="5528695"/>
                  </a:moveTo>
                  <a:lnTo>
                    <a:pt x="2441575" y="5528695"/>
                  </a:lnTo>
                  <a:cubicBezTo>
                    <a:pt x="1093089" y="5528695"/>
                    <a:pt x="0" y="4435606"/>
                    <a:pt x="0" y="3087120"/>
                  </a:cubicBezTo>
                  <a:lnTo>
                    <a:pt x="0" y="0"/>
                  </a:lnTo>
                  <a:lnTo>
                    <a:pt x="1782445" y="0"/>
                  </a:lnTo>
                  <a:cubicBezTo>
                    <a:pt x="3130931" y="0"/>
                    <a:pt x="4224020" y="1093089"/>
                    <a:pt x="4224020" y="2441575"/>
                  </a:cubicBezTo>
                  <a:lnTo>
                    <a:pt x="4224020" y="5528695"/>
                  </a:lnTo>
                  <a:close/>
                </a:path>
              </a:pathLst>
            </a:custGeom>
            <a:solidFill>
              <a:srgbClr val="C0E4F6"/>
            </a:solidFill>
          </p:spPr>
        </p:sp>
      </p:grpSp>
      <p:sp>
        <p:nvSpPr>
          <p:cNvPr name="TextBox 22" id="22"/>
          <p:cNvSpPr txBox="true"/>
          <p:nvPr/>
        </p:nvSpPr>
        <p:spPr>
          <a:xfrm rot="0">
            <a:off x="13130408" y="2290090"/>
            <a:ext cx="813153" cy="448310"/>
          </a:xfrm>
          <a:prstGeom prst="rect">
            <a:avLst/>
          </a:prstGeom>
        </p:spPr>
        <p:txBody>
          <a:bodyPr anchor="t" rtlCol="false" tIns="0" lIns="0" bIns="0" rIns="0">
            <a:spAutoFit/>
          </a:bodyPr>
          <a:lstStyle/>
          <a:p>
            <a:pPr algn="ctr" marL="0" indent="0" lvl="0">
              <a:lnSpc>
                <a:spcPts val="3639"/>
              </a:lnSpc>
            </a:pPr>
            <a:r>
              <a:rPr lang="en-US" b="true" sz="2599">
                <a:solidFill>
                  <a:srgbClr val="4A44BD"/>
                </a:solidFill>
                <a:latin typeface="Open Sans Bold"/>
                <a:ea typeface="Open Sans Bold"/>
                <a:cs typeface="Open Sans Bold"/>
                <a:sym typeface="Open Sans Bold"/>
              </a:rPr>
              <a:t>C</a:t>
            </a:r>
          </a:p>
        </p:txBody>
      </p:sp>
      <p:sp>
        <p:nvSpPr>
          <p:cNvPr name="TextBox 23" id="23"/>
          <p:cNvSpPr txBox="true"/>
          <p:nvPr/>
        </p:nvSpPr>
        <p:spPr>
          <a:xfrm rot="0">
            <a:off x="14448676" y="2309140"/>
            <a:ext cx="2631283" cy="372745"/>
          </a:xfrm>
          <a:prstGeom prst="rect">
            <a:avLst/>
          </a:prstGeom>
        </p:spPr>
        <p:txBody>
          <a:bodyPr anchor="t" rtlCol="false" tIns="0" lIns="0" bIns="0" rIns="0">
            <a:spAutoFit/>
          </a:bodyPr>
          <a:lstStyle/>
          <a:p>
            <a:pPr algn="l">
              <a:lnSpc>
                <a:spcPts val="3080"/>
              </a:lnSpc>
            </a:pPr>
            <a:r>
              <a:rPr lang="en-US" b="true" sz="2200">
                <a:solidFill>
                  <a:srgbClr val="000000"/>
                </a:solidFill>
                <a:latin typeface="Open Sans Bold"/>
                <a:ea typeface="Open Sans Bold"/>
                <a:cs typeface="Open Sans Bold"/>
                <a:sym typeface="Open Sans Bold"/>
              </a:rPr>
              <a:t>để tung pháo giấy</a:t>
            </a:r>
          </a:p>
        </p:txBody>
      </p:sp>
      <p:grpSp>
        <p:nvGrpSpPr>
          <p:cNvPr name="Group 24" id="24"/>
          <p:cNvGrpSpPr/>
          <p:nvPr/>
        </p:nvGrpSpPr>
        <p:grpSpPr>
          <a:xfrm rot="-5400000">
            <a:off x="13072630" y="3668826"/>
            <a:ext cx="928710" cy="1215561"/>
            <a:chOff x="0" y="0"/>
            <a:chExt cx="4224020" cy="5528695"/>
          </a:xfrm>
        </p:grpSpPr>
        <p:sp>
          <p:nvSpPr>
            <p:cNvPr name="Freeform 25" id="25"/>
            <p:cNvSpPr/>
            <p:nvPr/>
          </p:nvSpPr>
          <p:spPr>
            <a:xfrm flipH="false" flipV="false" rot="0">
              <a:off x="0" y="0"/>
              <a:ext cx="4224020" cy="5528695"/>
            </a:xfrm>
            <a:custGeom>
              <a:avLst/>
              <a:gdLst/>
              <a:ahLst/>
              <a:cxnLst/>
              <a:rect r="r" b="b" t="t" l="l"/>
              <a:pathLst>
                <a:path h="5528695" w="4224020">
                  <a:moveTo>
                    <a:pt x="4224020" y="5528695"/>
                  </a:moveTo>
                  <a:lnTo>
                    <a:pt x="2441575" y="5528695"/>
                  </a:lnTo>
                  <a:cubicBezTo>
                    <a:pt x="1093089" y="5528695"/>
                    <a:pt x="0" y="4435606"/>
                    <a:pt x="0" y="3087120"/>
                  </a:cubicBezTo>
                  <a:lnTo>
                    <a:pt x="0" y="0"/>
                  </a:lnTo>
                  <a:lnTo>
                    <a:pt x="1782445" y="0"/>
                  </a:lnTo>
                  <a:cubicBezTo>
                    <a:pt x="3130931" y="0"/>
                    <a:pt x="4224020" y="1093089"/>
                    <a:pt x="4224020" y="2441575"/>
                  </a:cubicBezTo>
                  <a:lnTo>
                    <a:pt x="4224020" y="5528695"/>
                  </a:lnTo>
                  <a:close/>
                </a:path>
              </a:pathLst>
            </a:custGeom>
            <a:solidFill>
              <a:srgbClr val="C0E4F6"/>
            </a:solidFill>
          </p:spPr>
        </p:sp>
      </p:grpSp>
      <p:sp>
        <p:nvSpPr>
          <p:cNvPr name="TextBox 26" id="26"/>
          <p:cNvSpPr txBox="true"/>
          <p:nvPr/>
        </p:nvSpPr>
        <p:spPr>
          <a:xfrm rot="0">
            <a:off x="13130408" y="4023877"/>
            <a:ext cx="813153" cy="448310"/>
          </a:xfrm>
          <a:prstGeom prst="rect">
            <a:avLst/>
          </a:prstGeom>
        </p:spPr>
        <p:txBody>
          <a:bodyPr anchor="t" rtlCol="false" tIns="0" lIns="0" bIns="0" rIns="0">
            <a:spAutoFit/>
          </a:bodyPr>
          <a:lstStyle/>
          <a:p>
            <a:pPr algn="ctr" marL="0" indent="0" lvl="0">
              <a:lnSpc>
                <a:spcPts val="3639"/>
              </a:lnSpc>
            </a:pPr>
            <a:r>
              <a:rPr lang="en-US" b="true" sz="2599">
                <a:solidFill>
                  <a:srgbClr val="4A44BD"/>
                </a:solidFill>
                <a:latin typeface="Open Sans Bold"/>
                <a:ea typeface="Open Sans Bold"/>
                <a:cs typeface="Open Sans Bold"/>
                <a:sym typeface="Open Sans Bold"/>
              </a:rPr>
              <a:t>M</a:t>
            </a:r>
          </a:p>
        </p:txBody>
      </p:sp>
      <p:sp>
        <p:nvSpPr>
          <p:cNvPr name="TextBox 27" id="27"/>
          <p:cNvSpPr txBox="true"/>
          <p:nvPr/>
        </p:nvSpPr>
        <p:spPr>
          <a:xfrm rot="0">
            <a:off x="14448676" y="4042927"/>
            <a:ext cx="2631283" cy="372745"/>
          </a:xfrm>
          <a:prstGeom prst="rect">
            <a:avLst/>
          </a:prstGeom>
        </p:spPr>
        <p:txBody>
          <a:bodyPr anchor="t" rtlCol="false" tIns="0" lIns="0" bIns="0" rIns="0">
            <a:spAutoFit/>
          </a:bodyPr>
          <a:lstStyle/>
          <a:p>
            <a:pPr algn="l">
              <a:lnSpc>
                <a:spcPts val="3080"/>
              </a:lnSpc>
            </a:pPr>
            <a:r>
              <a:rPr lang="en-US" b="true" sz="2200">
                <a:solidFill>
                  <a:srgbClr val="000000"/>
                </a:solidFill>
                <a:latin typeface="Open Sans Bold"/>
                <a:ea typeface="Open Sans Bold"/>
                <a:cs typeface="Open Sans Bold"/>
                <a:sym typeface="Open Sans Bold"/>
              </a:rPr>
              <a:t>để thả micrô</a:t>
            </a:r>
          </a:p>
        </p:txBody>
      </p:sp>
      <p:grpSp>
        <p:nvGrpSpPr>
          <p:cNvPr name="Group 28" id="28"/>
          <p:cNvGrpSpPr/>
          <p:nvPr/>
        </p:nvGrpSpPr>
        <p:grpSpPr>
          <a:xfrm rot="-5400000">
            <a:off x="13072630" y="5402613"/>
            <a:ext cx="928710" cy="1215561"/>
            <a:chOff x="0" y="0"/>
            <a:chExt cx="4224020" cy="5528695"/>
          </a:xfrm>
        </p:grpSpPr>
        <p:sp>
          <p:nvSpPr>
            <p:cNvPr name="Freeform 29" id="29"/>
            <p:cNvSpPr/>
            <p:nvPr/>
          </p:nvSpPr>
          <p:spPr>
            <a:xfrm flipH="false" flipV="false" rot="0">
              <a:off x="0" y="0"/>
              <a:ext cx="4224020" cy="5528695"/>
            </a:xfrm>
            <a:custGeom>
              <a:avLst/>
              <a:gdLst/>
              <a:ahLst/>
              <a:cxnLst/>
              <a:rect r="r" b="b" t="t" l="l"/>
              <a:pathLst>
                <a:path h="5528695" w="4224020">
                  <a:moveTo>
                    <a:pt x="4224020" y="5528695"/>
                  </a:moveTo>
                  <a:lnTo>
                    <a:pt x="2441575" y="5528695"/>
                  </a:lnTo>
                  <a:cubicBezTo>
                    <a:pt x="1093089" y="5528695"/>
                    <a:pt x="0" y="4435606"/>
                    <a:pt x="0" y="3087120"/>
                  </a:cubicBezTo>
                  <a:lnTo>
                    <a:pt x="0" y="0"/>
                  </a:lnTo>
                  <a:lnTo>
                    <a:pt x="1782445" y="0"/>
                  </a:lnTo>
                  <a:cubicBezTo>
                    <a:pt x="3130931" y="0"/>
                    <a:pt x="4224020" y="1093089"/>
                    <a:pt x="4224020" y="2441575"/>
                  </a:cubicBezTo>
                  <a:lnTo>
                    <a:pt x="4224020" y="5528695"/>
                  </a:lnTo>
                  <a:close/>
                </a:path>
              </a:pathLst>
            </a:custGeom>
            <a:solidFill>
              <a:srgbClr val="C0E4F6"/>
            </a:solidFill>
          </p:spPr>
        </p:sp>
      </p:grpSp>
      <p:sp>
        <p:nvSpPr>
          <p:cNvPr name="TextBox 30" id="30"/>
          <p:cNvSpPr txBox="true"/>
          <p:nvPr/>
        </p:nvSpPr>
        <p:spPr>
          <a:xfrm rot="0">
            <a:off x="13130408" y="5757663"/>
            <a:ext cx="813153" cy="448310"/>
          </a:xfrm>
          <a:prstGeom prst="rect">
            <a:avLst/>
          </a:prstGeom>
        </p:spPr>
        <p:txBody>
          <a:bodyPr anchor="t" rtlCol="false" tIns="0" lIns="0" bIns="0" rIns="0">
            <a:spAutoFit/>
          </a:bodyPr>
          <a:lstStyle/>
          <a:p>
            <a:pPr algn="ctr" marL="0" indent="0" lvl="0">
              <a:lnSpc>
                <a:spcPts val="3639"/>
              </a:lnSpc>
            </a:pPr>
            <a:r>
              <a:rPr lang="en-US" b="true" sz="2599">
                <a:solidFill>
                  <a:srgbClr val="4A44BD"/>
                </a:solidFill>
                <a:latin typeface="Open Sans Bold"/>
                <a:ea typeface="Open Sans Bold"/>
                <a:cs typeface="Open Sans Bold"/>
                <a:sym typeface="Open Sans Bold"/>
              </a:rPr>
              <a:t>Q</a:t>
            </a:r>
          </a:p>
        </p:txBody>
      </p:sp>
      <p:sp>
        <p:nvSpPr>
          <p:cNvPr name="TextBox 31" id="31"/>
          <p:cNvSpPr txBox="true"/>
          <p:nvPr/>
        </p:nvSpPr>
        <p:spPr>
          <a:xfrm rot="0">
            <a:off x="14448676" y="5776713"/>
            <a:ext cx="2631283" cy="372745"/>
          </a:xfrm>
          <a:prstGeom prst="rect">
            <a:avLst/>
          </a:prstGeom>
        </p:spPr>
        <p:txBody>
          <a:bodyPr anchor="t" rtlCol="false" tIns="0" lIns="0" bIns="0" rIns="0">
            <a:spAutoFit/>
          </a:bodyPr>
          <a:lstStyle/>
          <a:p>
            <a:pPr algn="l">
              <a:lnSpc>
                <a:spcPts val="3080"/>
              </a:lnSpc>
            </a:pPr>
            <a:r>
              <a:rPr lang="en-US" b="true" sz="2200">
                <a:solidFill>
                  <a:srgbClr val="000000"/>
                </a:solidFill>
                <a:latin typeface="Open Sans Bold"/>
                <a:ea typeface="Open Sans Bold"/>
                <a:cs typeface="Open Sans Bold"/>
                <a:sym typeface="Open Sans Bold"/>
              </a:rPr>
              <a:t>để “Suỵt…”</a:t>
            </a:r>
          </a:p>
        </p:txBody>
      </p:sp>
      <p:grpSp>
        <p:nvGrpSpPr>
          <p:cNvPr name="Group 32" id="32"/>
          <p:cNvGrpSpPr/>
          <p:nvPr/>
        </p:nvGrpSpPr>
        <p:grpSpPr>
          <a:xfrm rot="-5400000">
            <a:off x="13072630" y="7136399"/>
            <a:ext cx="928710" cy="1215561"/>
            <a:chOff x="0" y="0"/>
            <a:chExt cx="4224020" cy="5528695"/>
          </a:xfrm>
        </p:grpSpPr>
        <p:sp>
          <p:nvSpPr>
            <p:cNvPr name="Freeform 33" id="33"/>
            <p:cNvSpPr/>
            <p:nvPr/>
          </p:nvSpPr>
          <p:spPr>
            <a:xfrm flipH="false" flipV="false" rot="0">
              <a:off x="0" y="0"/>
              <a:ext cx="4224020" cy="5528695"/>
            </a:xfrm>
            <a:custGeom>
              <a:avLst/>
              <a:gdLst/>
              <a:ahLst/>
              <a:cxnLst/>
              <a:rect r="r" b="b" t="t" l="l"/>
              <a:pathLst>
                <a:path h="5528695" w="4224020">
                  <a:moveTo>
                    <a:pt x="4224020" y="5528695"/>
                  </a:moveTo>
                  <a:lnTo>
                    <a:pt x="2441575" y="5528695"/>
                  </a:lnTo>
                  <a:cubicBezTo>
                    <a:pt x="1093089" y="5528695"/>
                    <a:pt x="0" y="4435606"/>
                    <a:pt x="0" y="3087120"/>
                  </a:cubicBezTo>
                  <a:lnTo>
                    <a:pt x="0" y="0"/>
                  </a:lnTo>
                  <a:lnTo>
                    <a:pt x="1782445" y="0"/>
                  </a:lnTo>
                  <a:cubicBezTo>
                    <a:pt x="3130931" y="0"/>
                    <a:pt x="4224020" y="1093089"/>
                    <a:pt x="4224020" y="2441575"/>
                  </a:cubicBezTo>
                  <a:lnTo>
                    <a:pt x="4224020" y="5528695"/>
                  </a:lnTo>
                  <a:close/>
                </a:path>
              </a:pathLst>
            </a:custGeom>
            <a:solidFill>
              <a:srgbClr val="C0E4F6"/>
            </a:solidFill>
          </p:spPr>
        </p:sp>
      </p:grpSp>
      <p:sp>
        <p:nvSpPr>
          <p:cNvPr name="TextBox 34" id="34"/>
          <p:cNvSpPr txBox="true"/>
          <p:nvPr/>
        </p:nvSpPr>
        <p:spPr>
          <a:xfrm rot="0">
            <a:off x="13130408" y="7491450"/>
            <a:ext cx="813153" cy="448310"/>
          </a:xfrm>
          <a:prstGeom prst="rect">
            <a:avLst/>
          </a:prstGeom>
        </p:spPr>
        <p:txBody>
          <a:bodyPr anchor="t" rtlCol="false" tIns="0" lIns="0" bIns="0" rIns="0">
            <a:spAutoFit/>
          </a:bodyPr>
          <a:lstStyle/>
          <a:p>
            <a:pPr algn="ctr" marL="0" indent="0" lvl="0">
              <a:lnSpc>
                <a:spcPts val="3639"/>
              </a:lnSpc>
            </a:pPr>
            <a:r>
              <a:rPr lang="en-US" b="true" sz="2599">
                <a:solidFill>
                  <a:srgbClr val="4A44BD"/>
                </a:solidFill>
                <a:latin typeface="Open Sans Bold"/>
                <a:ea typeface="Open Sans Bold"/>
                <a:cs typeface="Open Sans Bold"/>
                <a:sym typeface="Open Sans Bold"/>
              </a:rPr>
              <a:t>0-9</a:t>
            </a:r>
          </a:p>
        </p:txBody>
      </p:sp>
      <p:sp>
        <p:nvSpPr>
          <p:cNvPr name="TextBox 35" id="35"/>
          <p:cNvSpPr txBox="true"/>
          <p:nvPr/>
        </p:nvSpPr>
        <p:spPr>
          <a:xfrm rot="0">
            <a:off x="14448676" y="7315237"/>
            <a:ext cx="2631283" cy="763270"/>
          </a:xfrm>
          <a:prstGeom prst="rect">
            <a:avLst/>
          </a:prstGeom>
        </p:spPr>
        <p:txBody>
          <a:bodyPr anchor="t" rtlCol="false" tIns="0" lIns="0" bIns="0" rIns="0">
            <a:spAutoFit/>
          </a:bodyPr>
          <a:lstStyle/>
          <a:p>
            <a:pPr algn="l">
              <a:lnSpc>
                <a:spcPts val="3080"/>
              </a:lnSpc>
            </a:pPr>
            <a:r>
              <a:rPr lang="en-US" sz="2200" b="true">
                <a:solidFill>
                  <a:srgbClr val="000000"/>
                </a:solidFill>
                <a:latin typeface="Open Sans Bold"/>
                <a:ea typeface="Open Sans Bold"/>
                <a:cs typeface="Open Sans Bold"/>
                <a:sym typeface="Open Sans Bold"/>
              </a:rPr>
              <a:t>Bất kỳ số nào từ</a:t>
            </a:r>
          </a:p>
          <a:p>
            <a:pPr algn="l">
              <a:lnSpc>
                <a:spcPts val="3080"/>
              </a:lnSpc>
            </a:pPr>
            <a:r>
              <a:rPr lang="en-US" sz="2200" b="true">
                <a:solidFill>
                  <a:srgbClr val="000000"/>
                </a:solidFill>
                <a:latin typeface="Open Sans Bold"/>
                <a:ea typeface="Open Sans Bold"/>
                <a:cs typeface="Open Sans Bold"/>
                <a:sym typeface="Open Sans Bold"/>
              </a:rPr>
              <a:t>0-9 để đếm ngược</a:t>
            </a:r>
          </a:p>
        </p:txBody>
      </p:sp>
      <p:sp>
        <p:nvSpPr>
          <p:cNvPr name="AutoShape 36" id="36"/>
          <p:cNvSpPr/>
          <p:nvPr/>
        </p:nvSpPr>
        <p:spPr>
          <a:xfrm rot="5400000">
            <a:off x="2075692" y="5133975"/>
            <a:ext cx="10287000" cy="0"/>
          </a:xfrm>
          <a:prstGeom prst="line">
            <a:avLst/>
          </a:prstGeom>
          <a:ln cap="flat" w="19050">
            <a:solidFill>
              <a:srgbClr val="E1E1E1"/>
            </a:solidFill>
            <a:prstDash val="solid"/>
            <a:headEnd type="none" len="sm" w="sm"/>
            <a:tailEnd type="none" len="sm" w="sm"/>
          </a:ln>
        </p:spPr>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095375"/>
            <a:ext cx="5093052" cy="2124075"/>
          </a:xfrm>
          <a:prstGeom prst="rect">
            <a:avLst/>
          </a:prstGeom>
        </p:spPr>
        <p:txBody>
          <a:bodyPr anchor="t" rtlCol="false" tIns="0" lIns="0" bIns="0" rIns="0">
            <a:spAutoFit/>
          </a:bodyPr>
          <a:lstStyle/>
          <a:p>
            <a:pPr algn="l" marL="0" indent="0" lvl="0">
              <a:lnSpc>
                <a:spcPts val="8250"/>
              </a:lnSpc>
            </a:pPr>
            <a:r>
              <a:rPr lang="en-US" b="true" sz="7500" spc="-150">
                <a:solidFill>
                  <a:srgbClr val="4A44BD"/>
                </a:solidFill>
                <a:latin typeface="Be Vietnam Ultra-Bold"/>
                <a:ea typeface="Be Vietnam Ultra-Bold"/>
                <a:cs typeface="Be Vietnam Ultra-Bold"/>
                <a:sym typeface="Be Vietnam Ultra-Bold"/>
              </a:rPr>
              <a:t>Trang</a:t>
            </a:r>
          </a:p>
          <a:p>
            <a:pPr algn="l" marL="0" indent="0" lvl="0">
              <a:lnSpc>
                <a:spcPts val="8250"/>
              </a:lnSpc>
            </a:pPr>
            <a:r>
              <a:rPr lang="en-US" b="true" sz="7500" spc="-150">
                <a:solidFill>
                  <a:srgbClr val="4A44BD"/>
                </a:solidFill>
                <a:latin typeface="Be Vietnam Ultra-Bold"/>
                <a:ea typeface="Be Vietnam Ultra-Bold"/>
                <a:cs typeface="Be Vietnam Ultra-Bold"/>
                <a:sym typeface="Be Vietnam Ultra-Bold"/>
              </a:rPr>
              <a:t>tài nguyên</a:t>
            </a:r>
          </a:p>
        </p:txBody>
      </p:sp>
      <p:sp>
        <p:nvSpPr>
          <p:cNvPr name="TextBox 3" id="3"/>
          <p:cNvSpPr txBox="true"/>
          <p:nvPr/>
        </p:nvSpPr>
        <p:spPr>
          <a:xfrm rot="0">
            <a:off x="1028700" y="6151880"/>
            <a:ext cx="5093052" cy="3106420"/>
          </a:xfrm>
          <a:prstGeom prst="rect">
            <a:avLst/>
          </a:prstGeom>
        </p:spPr>
        <p:txBody>
          <a:bodyPr anchor="t" rtlCol="false" tIns="0" lIns="0" bIns="0" rIns="0">
            <a:spAutoFit/>
          </a:bodyPr>
          <a:lstStyle/>
          <a:p>
            <a:pPr algn="l">
              <a:lnSpc>
                <a:spcPts val="3079"/>
              </a:lnSpc>
            </a:pPr>
            <a:r>
              <a:rPr lang="en-US" sz="2199">
                <a:solidFill>
                  <a:srgbClr val="000000"/>
                </a:solidFill>
                <a:latin typeface="Open Sans"/>
                <a:ea typeface="Open Sans"/>
                <a:cs typeface="Open Sans"/>
                <a:sym typeface="Open Sans"/>
              </a:rPr>
              <a:t>Thuyết trình trực tiếp không phải là</a:t>
            </a:r>
          </a:p>
          <a:p>
            <a:pPr algn="l">
              <a:lnSpc>
                <a:spcPts val="3079"/>
              </a:lnSpc>
            </a:pPr>
            <a:r>
              <a:rPr lang="en-US" sz="2199">
                <a:solidFill>
                  <a:srgbClr val="000000"/>
                </a:solidFill>
                <a:latin typeface="Open Sans"/>
                <a:ea typeface="Open Sans"/>
                <a:cs typeface="Open Sans"/>
                <a:sym typeface="Open Sans"/>
              </a:rPr>
              <a:t>sở trường của bạn? Đừng lo! Hãy ghi lại bài thuyết trình Canva của bạn để khán giả có thể xem theo tốc độ của riêng họ.</a:t>
            </a:r>
          </a:p>
          <a:p>
            <a:pPr algn="l">
              <a:lnSpc>
                <a:spcPts val="3079"/>
              </a:lnSpc>
            </a:pPr>
          </a:p>
          <a:p>
            <a:pPr algn="l">
              <a:lnSpc>
                <a:spcPts val="3079"/>
              </a:lnSpc>
            </a:pPr>
            <a:r>
              <a:rPr lang="en-US" sz="2199">
                <a:solidFill>
                  <a:srgbClr val="000000"/>
                </a:solidFill>
                <a:latin typeface="Open Sans"/>
                <a:ea typeface="Open Sans"/>
                <a:cs typeface="Open Sans"/>
                <a:sym typeface="Open Sans"/>
              </a:rPr>
              <a:t>Đừng quên xóa hoặc ẩn trang này trước khi thuyết trình.</a:t>
            </a:r>
          </a:p>
        </p:txBody>
      </p:sp>
      <p:graphicFrame>
        <p:nvGraphicFramePr>
          <p:cNvPr name="Table 4" id="4"/>
          <p:cNvGraphicFramePr>
            <a:graphicFrameLocks noGrp="true"/>
          </p:cNvGraphicFramePr>
          <p:nvPr/>
        </p:nvGraphicFramePr>
        <p:xfrm>
          <a:off x="8314567" y="1028700"/>
          <a:ext cx="8913547" cy="8229600"/>
        </p:xfrm>
        <a:graphic>
          <a:graphicData uri="http://schemas.openxmlformats.org/drawingml/2006/table">
            <a:tbl>
              <a:tblPr/>
              <a:tblGrid>
                <a:gridCol w="8913547"/>
              </a:tblGrid>
              <a:tr h="1335816">
                <a:tc>
                  <a:txBody>
                    <a:bodyPr anchor="t" rtlCol="false"/>
                    <a:lstStyle/>
                    <a:p>
                      <a:pPr algn="l">
                        <a:lnSpc>
                          <a:spcPts val="2799"/>
                        </a:lnSpc>
                        <a:defRPr/>
                      </a:pPr>
                      <a:r>
                        <a:rPr lang="en-US" sz="1999">
                          <a:solidFill>
                            <a:srgbClr val="000000"/>
                          </a:solidFill>
                          <a:latin typeface="Open Sans"/>
                          <a:ea typeface="Open Sans"/>
                          <a:cs typeface="Open Sans"/>
                          <a:sym typeface="Open Sans"/>
                        </a:rPr>
                        <a:t>Nhấp vào nút </a:t>
                      </a:r>
                      <a:r>
                        <a:rPr lang="en-US" sz="1999" b="true">
                          <a:solidFill>
                            <a:srgbClr val="000000"/>
                          </a:solidFill>
                          <a:latin typeface="Open Sans Bold"/>
                          <a:ea typeface="Open Sans Bold"/>
                          <a:cs typeface="Open Sans Bold"/>
                          <a:sym typeface="Open Sans Bold"/>
                        </a:rPr>
                        <a:t>'Thuyết trình' </a:t>
                      </a:r>
                      <a:r>
                        <a:rPr lang="en-US" sz="1999">
                          <a:solidFill>
                            <a:srgbClr val="000000"/>
                          </a:solidFill>
                          <a:latin typeface="Open Sans"/>
                          <a:ea typeface="Open Sans"/>
                          <a:cs typeface="Open Sans"/>
                          <a:sym typeface="Open Sans"/>
                        </a:rPr>
                        <a:t>ở góc trên bên phải màn hình và chọn </a:t>
                      </a:r>
                      <a:r>
                        <a:rPr lang="en-US" sz="1999" b="true">
                          <a:solidFill>
                            <a:srgbClr val="000000"/>
                          </a:solidFill>
                          <a:latin typeface="Open Sans Bold"/>
                          <a:ea typeface="Open Sans Bold"/>
                          <a:cs typeface="Open Sans Bold"/>
                          <a:sym typeface="Open Sans Bold"/>
                        </a:rPr>
                        <a:t>'Thuyết trình và ghi hình'</a:t>
                      </a:r>
                      <a:r>
                        <a:rPr lang="en-US" sz="1999">
                          <a:solidFill>
                            <a:srgbClr val="000000"/>
                          </a:solidFill>
                          <a:latin typeface="Open Sans"/>
                          <a:ea typeface="Open Sans"/>
                          <a:cs typeface="Open Sans"/>
                          <a:sym typeface="Open Sans"/>
                        </a:rPr>
                        <a:t>.</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19050">
                      <a:solidFill>
                        <a:srgbClr val="E1E1E1"/>
                      </a:solidFill>
                      <a:prstDash val="solid"/>
                      <a:round/>
                      <a:headEnd type="none" w="med" len="med"/>
                      <a:tailEnd type="none" w="med" len="med"/>
                    </a:lnB>
                  </a:tcPr>
                </a:tc>
              </a:tr>
              <a:tr h="1348071">
                <a:tc>
                  <a:txBody>
                    <a:bodyPr anchor="t" rtlCol="false"/>
                    <a:lstStyle/>
                    <a:p>
                      <a:pPr algn="l">
                        <a:lnSpc>
                          <a:spcPts val="2799"/>
                        </a:lnSpc>
                        <a:defRPr/>
                      </a:pPr>
                      <a:r>
                        <a:rPr lang="en-US" sz="1999">
                          <a:solidFill>
                            <a:srgbClr val="000000"/>
                          </a:solidFill>
                          <a:latin typeface="Open Sans"/>
                          <a:ea typeface="Open Sans"/>
                          <a:cs typeface="Open Sans"/>
                          <a:sym typeface="Open Sans"/>
                        </a:rPr>
                        <a:t>Nhấp vào </a:t>
                      </a:r>
                      <a:r>
                        <a:rPr lang="en-US" sz="1999" b="true">
                          <a:solidFill>
                            <a:srgbClr val="000000"/>
                          </a:solidFill>
                          <a:latin typeface="Open Sans Bold"/>
                          <a:ea typeface="Open Sans Bold"/>
                          <a:cs typeface="Open Sans Bold"/>
                          <a:sym typeface="Open Sans Bold"/>
                        </a:rPr>
                        <a:t>'Tiếp'</a:t>
                      </a:r>
                      <a:r>
                        <a:rPr lang="en-US" sz="1999">
                          <a:solidFill>
                            <a:srgbClr val="000000"/>
                          </a:solidFill>
                          <a:latin typeface="Open Sans"/>
                          <a:ea typeface="Open Sans"/>
                          <a:cs typeface="Open Sans"/>
                          <a:sym typeface="Open Sans"/>
                        </a:rPr>
                        <a:t> và '</a:t>
                      </a:r>
                      <a:r>
                        <a:rPr lang="en-US" sz="1999" b="true">
                          <a:solidFill>
                            <a:srgbClr val="000000"/>
                          </a:solidFill>
                          <a:latin typeface="Open Sans Bold"/>
                          <a:ea typeface="Open Sans Bold"/>
                          <a:cs typeface="Open Sans Bold"/>
                          <a:sym typeface="Open Sans Bold"/>
                        </a:rPr>
                        <a:t>Đến phòng ghi hình'</a:t>
                      </a:r>
                      <a:r>
                        <a:rPr lang="en-US" sz="1999">
                          <a:solidFill>
                            <a:srgbClr val="000000"/>
                          </a:solidFill>
                          <a:latin typeface="Open Sans"/>
                          <a:ea typeface="Open Sans"/>
                          <a:cs typeface="Open Sans"/>
                          <a:sym typeface="Open Sans"/>
                        </a:rPr>
                        <a:t>, nơi bạn có thể thiết lập camera và micro cho bài thuyết trình video của mình.</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19050">
                      <a:solidFill>
                        <a:srgbClr val="E1E1E1"/>
                      </a:solidFill>
                      <a:prstDash val="solid"/>
                      <a:round/>
                      <a:headEnd type="none" w="med" len="med"/>
                      <a:tailEnd type="none" w="med" len="med"/>
                    </a:lnB>
                  </a:tcPr>
                </a:tc>
              </a:tr>
              <a:tr h="1348071">
                <a:tc>
                  <a:txBody>
                    <a:bodyPr anchor="t" rtlCol="false"/>
                    <a:lstStyle/>
                    <a:p>
                      <a:pPr algn="l">
                        <a:lnSpc>
                          <a:spcPts val="2799"/>
                        </a:lnSpc>
                        <a:defRPr/>
                      </a:pPr>
                      <a:r>
                        <a:rPr lang="en-US" sz="1999">
                          <a:solidFill>
                            <a:srgbClr val="000000"/>
                          </a:solidFill>
                          <a:latin typeface="Open Sans"/>
                          <a:ea typeface="Open Sans"/>
                          <a:cs typeface="Open Sans"/>
                          <a:sym typeface="Open Sans"/>
                        </a:rPr>
                        <a:t>Bạn có thể chọn tùy chọn </a:t>
                      </a:r>
                      <a:r>
                        <a:rPr lang="en-US" sz="1999" b="true">
                          <a:solidFill>
                            <a:srgbClr val="000000"/>
                          </a:solidFill>
                          <a:latin typeface="Open Sans Bold"/>
                          <a:ea typeface="Open Sans Bold"/>
                          <a:cs typeface="Open Sans Bold"/>
                          <a:sym typeface="Open Sans Bold"/>
                        </a:rPr>
                        <a:t>'Không camera'</a:t>
                      </a:r>
                      <a:r>
                        <a:rPr lang="en-US" sz="1999">
                          <a:solidFill>
                            <a:srgbClr val="000000"/>
                          </a:solidFill>
                          <a:latin typeface="Open Sans"/>
                          <a:ea typeface="Open Sans"/>
                          <a:cs typeface="Open Sans"/>
                          <a:sym typeface="Open Sans"/>
                        </a:rPr>
                        <a:t> và chỉ ghi âm giọng nói</a:t>
                      </a:r>
                      <a:endParaRPr lang="en-US" sz="1100"/>
                    </a:p>
                    <a:p>
                      <a:pPr algn="l">
                        <a:lnSpc>
                          <a:spcPts val="2799"/>
                        </a:lnSpc>
                      </a:pPr>
                      <a:r>
                        <a:rPr lang="en-US" sz="1999">
                          <a:solidFill>
                            <a:srgbClr val="000000"/>
                          </a:solidFill>
                          <a:latin typeface="Open Sans"/>
                          <a:ea typeface="Open Sans"/>
                          <a:cs typeface="Open Sans"/>
                          <a:sym typeface="Open Sans"/>
                        </a:rPr>
                        <a:t>của mình.</a:t>
                      </a:r>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19050">
                      <a:solidFill>
                        <a:srgbClr val="E1E1E1"/>
                      </a:solidFill>
                      <a:prstDash val="solid"/>
                      <a:round/>
                      <a:headEnd type="none" w="med" len="med"/>
                      <a:tailEnd type="none" w="med" len="med"/>
                    </a:lnB>
                  </a:tcPr>
                </a:tc>
              </a:tr>
              <a:tr h="1097078">
                <a:tc>
                  <a:txBody>
                    <a:bodyPr anchor="t" rtlCol="false"/>
                    <a:lstStyle/>
                    <a:p>
                      <a:pPr algn="l">
                        <a:lnSpc>
                          <a:spcPts val="2799"/>
                        </a:lnSpc>
                        <a:defRPr/>
                      </a:pPr>
                      <a:r>
                        <a:rPr lang="en-US" sz="1999" b="true">
                          <a:solidFill>
                            <a:srgbClr val="000000"/>
                          </a:solidFill>
                          <a:latin typeface="Open Sans Bold"/>
                          <a:ea typeface="Open Sans Bold"/>
                          <a:cs typeface="Open Sans Bold"/>
                          <a:sym typeface="Open Sans Bold"/>
                        </a:rPr>
                        <a:t>Bắt đầu ghi hình</a:t>
                      </a:r>
                      <a:r>
                        <a:rPr lang="en-US" sz="1999">
                          <a:solidFill>
                            <a:srgbClr val="000000"/>
                          </a:solidFill>
                          <a:latin typeface="Open Sans"/>
                          <a:ea typeface="Open Sans"/>
                          <a:cs typeface="Open Sans"/>
                          <a:sym typeface="Open Sans"/>
                        </a:rPr>
                        <a:t> và nhấn tạm dừng giữa các lần ghi nếu cần.</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19050">
                      <a:solidFill>
                        <a:srgbClr val="E1E1E1"/>
                      </a:solidFill>
                      <a:prstDash val="solid"/>
                      <a:round/>
                      <a:headEnd type="none" w="med" len="med"/>
                      <a:tailEnd type="none" w="med" len="med"/>
                    </a:lnB>
                  </a:tcPr>
                </a:tc>
              </a:tr>
              <a:tr h="1752492">
                <a:tc>
                  <a:txBody>
                    <a:bodyPr anchor="t" rtlCol="false"/>
                    <a:lstStyle/>
                    <a:p>
                      <a:pPr algn="l">
                        <a:lnSpc>
                          <a:spcPts val="2799"/>
                        </a:lnSpc>
                        <a:defRPr/>
                      </a:pPr>
                      <a:r>
                        <a:rPr lang="en-US" sz="1999">
                          <a:solidFill>
                            <a:srgbClr val="000000"/>
                          </a:solidFill>
                          <a:latin typeface="Open Sans"/>
                          <a:ea typeface="Open Sans"/>
                          <a:cs typeface="Open Sans"/>
                          <a:sym typeface="Open Sans"/>
                        </a:rPr>
                        <a:t>Sau khi hoàn thành, hãy tải xuống bài thuyết trình Canva của bạn ở </a:t>
                      </a:r>
                      <a:r>
                        <a:rPr lang="en-US" sz="1999" b="true">
                          <a:solidFill>
                            <a:srgbClr val="000000"/>
                          </a:solidFill>
                          <a:latin typeface="Open Sans Bold"/>
                          <a:ea typeface="Open Sans Bold"/>
                          <a:cs typeface="Open Sans Bold"/>
                          <a:sym typeface="Open Sans Bold"/>
                        </a:rPr>
                        <a:t>định dạng tệp MP4 </a:t>
                      </a:r>
                      <a:r>
                        <a:rPr lang="en-US" sz="1999">
                          <a:solidFill>
                            <a:srgbClr val="000000"/>
                          </a:solidFill>
                          <a:latin typeface="Open Sans"/>
                          <a:ea typeface="Open Sans"/>
                          <a:cs typeface="Open Sans"/>
                          <a:sym typeface="Open Sans"/>
                        </a:rPr>
                        <a:t>hoặc lấy liên kết đến bài thuyết trình ghi hình và chia sẻ với người khác.</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19050">
                      <a:solidFill>
                        <a:srgbClr val="E1E1E1"/>
                      </a:solidFill>
                      <a:prstDash val="solid"/>
                      <a:round/>
                      <a:headEnd type="none" w="med" len="med"/>
                      <a:tailEnd type="none" w="med" len="med"/>
                    </a:lnB>
                  </a:tcPr>
                </a:tc>
              </a:tr>
              <a:tr h="1348071">
                <a:tc>
                  <a:txBody>
                    <a:bodyPr anchor="t" rtlCol="false"/>
                    <a:lstStyle/>
                    <a:p>
                      <a:pPr algn="l">
                        <a:lnSpc>
                          <a:spcPts val="2799"/>
                        </a:lnSpc>
                        <a:defRPr/>
                      </a:pPr>
                      <a:r>
                        <a:rPr lang="en-US" sz="1999">
                          <a:solidFill>
                            <a:srgbClr val="000000"/>
                          </a:solidFill>
                          <a:latin typeface="Open Sans"/>
                          <a:ea typeface="Open Sans"/>
                          <a:cs typeface="Open Sans"/>
                          <a:sym typeface="Open Sans"/>
                        </a:rPr>
                        <a:t>Bạn cũng có thể quay video ngay trong trình chỉnh sửa!</a:t>
                      </a:r>
                      <a:endParaRPr lang="en-US" sz="1100"/>
                    </a:p>
                    <a:p>
                      <a:pPr algn="l">
                        <a:lnSpc>
                          <a:spcPts val="2799"/>
                        </a:lnSpc>
                      </a:pPr>
                      <a:r>
                        <a:rPr lang="en-US" sz="1999">
                          <a:solidFill>
                            <a:srgbClr val="000000"/>
                          </a:solidFill>
                          <a:latin typeface="Open Sans"/>
                          <a:ea typeface="Open Sans"/>
                          <a:cs typeface="Open Sans"/>
                          <a:sym typeface="Open Sans"/>
                        </a:rPr>
                        <a:t>Vào mục </a:t>
                      </a:r>
                      <a:r>
                        <a:rPr lang="en-US" sz="1999" b="true">
                          <a:solidFill>
                            <a:srgbClr val="000000"/>
                          </a:solidFill>
                          <a:latin typeface="Open Sans Bold"/>
                          <a:ea typeface="Open Sans Bold"/>
                          <a:cs typeface="Open Sans Bold"/>
                          <a:sym typeface="Open Sans Bold"/>
                        </a:rPr>
                        <a:t>'Tải lên'</a:t>
                      </a:r>
                      <a:r>
                        <a:rPr lang="en-US" sz="1999">
                          <a:solidFill>
                            <a:srgbClr val="000000"/>
                          </a:solidFill>
                          <a:latin typeface="Open Sans"/>
                          <a:ea typeface="Open Sans"/>
                          <a:cs typeface="Open Sans"/>
                          <a:sym typeface="Open Sans"/>
                        </a:rPr>
                        <a:t> và nhấp vào </a:t>
                      </a:r>
                      <a:r>
                        <a:rPr lang="en-US" sz="1999" b="true">
                          <a:solidFill>
                            <a:srgbClr val="000000"/>
                          </a:solidFill>
                          <a:latin typeface="Open Sans Bold"/>
                          <a:ea typeface="Open Sans Bold"/>
                          <a:cs typeface="Open Sans Bold"/>
                          <a:sym typeface="Open Sans Bold"/>
                        </a:rPr>
                        <a:t>'Tự ghi hình'</a:t>
                      </a:r>
                      <a:r>
                        <a:rPr lang="en-US" sz="1999">
                          <a:solidFill>
                            <a:srgbClr val="000000"/>
                          </a:solidFill>
                          <a:latin typeface="Open Sans"/>
                          <a:ea typeface="Open Sans"/>
                          <a:cs typeface="Open Sans"/>
                          <a:sym typeface="Open Sans"/>
                        </a:rPr>
                        <a:t>.</a:t>
                      </a:r>
                    </a:p>
                  </a:txBody>
                  <a:tcPr marL="190500" marR="190500" marT="190500" marB="190500" anchor="ctr">
                    <a:lnL cmpd="sng" algn="ctr" cap="flat" w="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FF7B52"/>
                      </a:solidFill>
                      <a:prstDash val="solid"/>
                      <a:round/>
                      <a:headEnd type="none" w="med" len="med"/>
                      <a:tailEnd type="none" w="med" len="med"/>
                    </a:lnB>
                  </a:tcPr>
                </a:tc>
              </a:tr>
            </a:tbl>
          </a:graphicData>
        </a:graphic>
      </p:graphicFrame>
      <p:sp>
        <p:nvSpPr>
          <p:cNvPr name="AutoShape 5" id="5"/>
          <p:cNvSpPr/>
          <p:nvPr/>
        </p:nvSpPr>
        <p:spPr>
          <a:xfrm rot="5400000">
            <a:off x="2075692" y="5133975"/>
            <a:ext cx="10287000" cy="0"/>
          </a:xfrm>
          <a:prstGeom prst="line">
            <a:avLst/>
          </a:prstGeom>
          <a:ln cap="flat" w="19050">
            <a:solidFill>
              <a:srgbClr val="E1E1E1"/>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DAHZZHkBXLk</dc:identifier>
  <dcterms:modified xsi:type="dcterms:W3CDTF">2011-08-01T06:04:30Z</dcterms:modified>
  <cp:revision>1</cp:revision>
  <dc:title>Bài thuyết trình Báo cáo kinh doanh thường niên Màu trắng tím nhạt và xanh lam phong cách hình học</dc:title>
</cp:coreProperties>
</file>